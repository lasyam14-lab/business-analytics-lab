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4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5.xml" ContentType="application/inkml+xml"/>
  <Override PartName="/ppt/notesSlides/notesSlide17.xml" ContentType="application/vnd.openxmlformats-officedocument.presentationml.notesSlide+xml"/>
  <Override PartName="/ppt/ink/ink16.xml" ContentType="application/inkml+xml"/>
  <Override PartName="/ppt/notesSlides/notesSlide18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598" r:id="rId3"/>
    <p:sldId id="599" r:id="rId4"/>
    <p:sldId id="600" r:id="rId5"/>
    <p:sldId id="601" r:id="rId6"/>
    <p:sldId id="646" r:id="rId7"/>
    <p:sldId id="602" r:id="rId8"/>
    <p:sldId id="647" r:id="rId9"/>
    <p:sldId id="603" r:id="rId10"/>
    <p:sldId id="648" r:id="rId11"/>
    <p:sldId id="604" r:id="rId12"/>
    <p:sldId id="605" r:id="rId13"/>
    <p:sldId id="606" r:id="rId14"/>
    <p:sldId id="607" r:id="rId15"/>
    <p:sldId id="609" r:id="rId16"/>
    <p:sldId id="652" r:id="rId17"/>
    <p:sldId id="654" r:id="rId18"/>
    <p:sldId id="653" r:id="rId19"/>
    <p:sldId id="655" r:id="rId20"/>
    <p:sldId id="610" r:id="rId21"/>
    <p:sldId id="611" r:id="rId22"/>
    <p:sldId id="613" r:id="rId23"/>
    <p:sldId id="614" r:id="rId24"/>
    <p:sldId id="616" r:id="rId25"/>
    <p:sldId id="617" r:id="rId26"/>
    <p:sldId id="618" r:id="rId27"/>
    <p:sldId id="619" r:id="rId28"/>
    <p:sldId id="649" r:id="rId29"/>
    <p:sldId id="621" r:id="rId30"/>
    <p:sldId id="620" r:id="rId31"/>
    <p:sldId id="650" r:id="rId32"/>
    <p:sldId id="622" r:id="rId33"/>
    <p:sldId id="623" r:id="rId34"/>
    <p:sldId id="624" r:id="rId35"/>
    <p:sldId id="625" r:id="rId36"/>
    <p:sldId id="651" r:id="rId37"/>
    <p:sldId id="626" r:id="rId38"/>
    <p:sldId id="627" r:id="rId39"/>
    <p:sldId id="629" r:id="rId40"/>
    <p:sldId id="656" r:id="rId41"/>
    <p:sldId id="657" r:id="rId42"/>
    <p:sldId id="658" r:id="rId43"/>
    <p:sldId id="659" r:id="rId44"/>
    <p:sldId id="660" r:id="rId45"/>
    <p:sldId id="661" r:id="rId46"/>
    <p:sldId id="662" r:id="rId47"/>
    <p:sldId id="663" r:id="rId48"/>
    <p:sldId id="664" r:id="rId49"/>
    <p:sldId id="63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3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64 100 12940,'-64'-17'9940,"119"7"-9059,455-57-683,-486 65-193,-9-2 319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36 17232,'0'-17'2499,"1"-2"929,-5 33-2479,-14 107-735,-3 243-1,21-363-122,0 2 938,0 2-5322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97 19795,'-5'-8'2916,"9"24"-3286,2 23 464,3 1 1,1-2-1,2 1 0,1-1 1,34 65-1,-47-102-34,0 0-1,1 0 1,-1-1 0,0 1-1,1 0 1,-1 0 0,1-1-1,-1 1 1,1 0 0,-1-1-1,1 1 1,-1-1-1,1 1 1,0-1 0,-1 1-1,1-1 1,0 1 0,-1-1-1,1 1 1,0-1 0,0 0-1,-1 0 1,1 1 0,0-1-1,0 0 1,0 0 0,-1 0-1,1 0 1,0 0 0,0 0-1,0 0 1,-1 0-1,1 0 1,0 0 0,0 0-1,0-1 1,-1 1 0,2 0-1,1-2 23,-1-1-1,1 1 0,-1 0 1,0-1-1,0 1 0,0-1 1,0 0-1,0 1 0,-1-1 1,3-4-1,4-12 18,0-1 0,6-22 0,68-241-286,-74 271-1644,10 6-6358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153 233 18610,'9'-3'3877,"29"-27"-3943,-32 24 67,0-1 0,0 0 0,0 0 0,-1 0 0,0 0-1,-1-1 1,0 0 0,0 0 0,4-14 0,-1-2 117,-2 0 0,4-27 0,-9 50-118,0 1 0,0-1 0,0 1 0,0-1 0,0 1 0,0 0 0,0-1 0,0 1 0,0-1 0,0 1 0,0-1 0,0 1 0,0 0 0,0-1 0,0 1 0,-1-1 0,1 1 0,0 0 0,0-1 0,0 1 0,-1 0 0,1-1 0,0 1 0,0 0 0,-1-1 0,1 1 0,0 0 0,-1-1 0,1 1 0,0 0 0,-1 0-1,1 0 1,-1-1 0,1 1 0,0 0 0,-1 0 0,1 0 0,-1 0 0,1 0 0,-1 0 0,1 0 0,-26 5-23,-24 19-17,35-12 67,-1 0 1,2 1-1,0 1 0,0 0 0,1 0 1,1 2-1,1-1 0,0 2 0,1-1 1,0 1-1,2 1 0,0 0 0,1 0 1,0 1-1,2-1 0,0 1 0,2 1 1,-4 37-1,7-53 11,1 1 1,-1-1 0,1 0-1,0 1 1,0-1-1,0 0 1,0 0-1,1 1 1,0-1-1,0 0 1,0-1-1,0 1 1,0 0-1,1-1 1,0 1-1,0-1 1,0 0-1,0 0 1,0 0-1,0 0 1,1 0-1,0-1 1,-1 0-1,1 0 1,0 0-1,0 0 1,0 0-1,0-1 1,1 0-1,4 2 1,14 1 104,0 0 1,0-1-1,1-1 1,31-2-1,-44 0-154,3 0-80,0-1-1,1 0 0,-1-2 0,0 1 0,0-2 0,23-8 1,0-5-2725,1-3-3431,2-3-3549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56 16432,'-12'2'6006,"-4"2"-4037,119-9-1696,167-30 0,-207 26-194,-32 6-53,27-6-15,-56 9-1163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21813,'0'0'16,"1"0"1,-1 0-1,0 0 1,0 0-1,0 0 1,0 0-1,1 0 1,-1 1-1,0-1 1,0 0-1,0 0 1,0 0-1,1 0 1,-1 0 0,0 0-1,0 0 1,0 0-1,1 0 1,-1-1-1,0 1 1,0 0-1,0 0 1,0 0-1,1 0 1,-1 0-1,0 0 1,0 0-1,0 0 1,0 0-1,0-1 1,1 1-1,-1 0 1,0 0-1,0 0 1,0 0 0,0 0-1,0-1 1,0 1-1,0 0 1,0 0-1,0 0 1,1 0-1,-1-1 1,0 1-1,0 0 1,0 0-1,0 0 1,0 0-1,0-1 1,0 1-1,0 0 1,0 0-1,0 0 1,0 0 0,0-1-1,-1 1 1,1 0-1,0 0 1,0 0-1,0 0 1,0-1-1,0 1 1,0 0-1,0 0 1,13 21 341,16 46-354,-24-55 134,8 19-118,2-1-1,1-1 0,2 0 0,0-1 0,2-1 0,27 29 0,-46-55 24,0 1 1,1-1-1,-1 0 0,0 1 1,1-1-1,-1 0 0,0 0 1,1 0-1,0 0 0,-1 0 1,1-1-1,-1 1 0,1 0 0,0-1 1,0 1-1,-1-1 0,1 0 1,0 1-1,0-1 0,-1 0 1,1 0-1,0 0 0,0 0 1,0-1-1,-1 1 0,1 0 1,3-2-1,-1 0 35,0-1 1,0 0-1,0 0 0,-1 0 1,1 0-1,-1 0 0,1-1 1,-1 0-1,4-6 0,8-16-30,0 0 0,-2-1-1,-1-1 1,-1 0-1,13-58 1,8-15-157,12-31-1407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16:4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50 325 18321,'4'-5'234,"0"0"1,0 0-1,0 0 0,0 1 0,11-9 0,-7 6-139,9-9-333,0-2 0,0 0 0,-2-1 0,16-23-1,-26 32 374,1 0 0,-1 0 0,-1-1 0,0 0 0,-1 0 0,0 0 0,0 0 0,-1-1 0,0 1 0,-1-22 0,-1 32-112,0 0 0,0-1-1,-1 1 1,1 0 0,-1 0 0,1 0-1,-1-1 1,1 1 0,-1 0 0,0 0 0,1 0-1,-1 0 1,0 0 0,0 0 0,0 0-1,0 0 1,0 0 0,0 1 0,0-1 0,0 0-1,0 0 1,0 1 0,0-1 0,0 1-1,-1-1 1,1 1 0,0 0 0,0-1 0,-1 1-1,1 0 1,0 0 0,0 0 0,-1 0 0,1 0-1,0 0 1,-1 0 0,1 0 0,0 1-1,0-1 1,-2 1 0,-5 0 16,0 0 0,1 1 1,-1 0-1,0 0 0,-8 5 0,5 0 21,2-1-1,-1 2 1,1-1 0,0 2-1,1-1 1,-1 1-1,2 0 1,-1 1 0,2-1-1,-1 2 1,1-1-1,1 1 1,-1-1 0,2 2-1,0-1 1,0 0 0,1 1-1,0 0 1,1-1-1,1 1 1,0 0 0,0 0-1,2 22 1,1-30 12,-1 0 1,1 1-1,0-1 0,0 0 1,0 0-1,1 0 0,0-1 1,-1 1-1,1-1 1,0 1-1,1-1 0,-1 0 1,0 0-1,1 0 0,0-1 1,0 1-1,0-1 1,0 0-1,0 0 0,0 0 1,0-1-1,1 1 0,-1-1 1,1 0-1,8 1 1,5 0-10,1 0 1,0-1-1,-1-1 1,1 0 0,20-4-1,31-12-2582,-1-7-7171,-21 3-453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64 100 12940,'-64'-17'9940,"119"7"-9059,455-57-683,-486 65-193,-9-2 319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36 17232,'0'-17'2499,"1"-2"929,-5 33-2479,-14 107-735,-3 243-1,21-363-122,0 2 938,0 2-5322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97 19795,'-5'-8'2916,"9"24"-3286,2 23 464,3 1 1,1-2-1,2 1 0,1-1 1,34 65-1,-47-102-34,0 0-1,1 0 1,-1-1 0,0 1-1,1 0 1,-1 0 0,1-1-1,-1 1 1,1 0 0,-1-1-1,1 1 1,-1-1-1,1 1 1,0-1 0,-1 1-1,1-1 1,0 1 0,-1-1-1,1 1 1,0-1 0,0 0-1,-1 0 1,1 1 0,0-1-1,0 0 1,0 0 0,-1 0-1,1 0 1,0 0 0,0 0-1,0 0 1,-1 0-1,1 0 1,0 0 0,0 0-1,0-1 1,-1 1 0,2 0-1,1-2 23,-1-1-1,1 1 0,-1 0 1,0-1-1,0 1 0,0-1 1,0 0-1,0 1 0,-1-1 1,3-4-1,4-12 18,0-1 0,6-22 0,68-241-286,-74 271-1644,10 6-6358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153 233 18610,'9'-3'3877,"29"-27"-3943,-32 24 67,0-1 0,0 0 0,0 0 0,-1 0 0,0 0-1,-1-1 1,0 0 0,0 0 0,4-14 0,-1-2 117,-2 0 0,4-27 0,-9 50-118,0 1 0,0-1 0,0 1 0,0-1 0,0 1 0,0 0 0,0-1 0,0 1 0,0-1 0,0 1 0,0-1 0,0 1 0,0 0 0,0-1 0,0 1 0,-1-1 0,1 1 0,0 0 0,0-1 0,0 1 0,-1 0 0,1-1 0,0 1 0,0 0 0,-1-1 0,1 1 0,0 0 0,-1-1 0,1 1 0,0 0 0,-1 0-1,1 0 1,-1-1 0,1 1 0,0 0 0,-1 0 0,1 0 0,-1 0 0,1 0 0,-1 0 0,1 0 0,-26 5-23,-24 19-17,35-12 67,-1 0 1,2 1-1,0 1 0,0 0 0,1 0 1,1 2-1,1-1 0,0 2 0,1-1 1,0 1-1,2 1 0,0 0 0,1 0 1,0 1-1,2-1 0,0 1 0,2 1 1,-4 37-1,7-53 11,1 1 1,-1-1 0,1 0-1,0 1 1,0-1-1,0 0 1,0 0-1,1 1 1,0-1-1,0 0 1,0-1-1,0 1 1,0 0-1,1-1 1,0 1-1,0-1 1,0 0-1,0 0 1,0 0-1,0 0 1,1 0-1,0-1 1,-1 0-1,1 0 1,0 0-1,0 0 1,0 0-1,0-1 1,1 0-1,4 2 1,14 1 104,0 0 1,0-1-1,1-1 1,31-2-1,-44 0-154,3 0-80,0-1-1,1 0 0,-1-2 0,0 1 0,0-2 0,23-8 1,0-5-2725,1-3-3431,2-3-3549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56 16432,'-12'2'6006,"-4"2"-4037,119-9-1696,167-30 0,-207 26-194,-32 6-53,27-6-15,-56 9-1163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0 154 21813,'0'0'16,"1"0"1,-1 0-1,0 0 1,0 0-1,0 0 1,0 0-1,1 0 1,-1 1-1,0-1 1,0 0-1,0 0 1,0 0-1,1 0 1,-1 0 0,0 0-1,0 0 1,0 0-1,1 0 1,-1-1-1,0 1 1,0 0-1,0 0 1,0 0-1,1 0 1,-1 0-1,0 0 1,0 0-1,0 0 1,0 0-1,0-1 1,1 1-1,-1 0 1,0 0-1,0 0 1,0 0 0,0 0-1,0-1 1,0 1-1,0 0 1,0 0-1,0 0 1,1 0-1,-1-1 1,0 1-1,0 0 1,0 0-1,0 0 1,0 0-1,0-1 1,0 1-1,0 0 1,0 0-1,0 0 1,0 0 0,0-1-1,-1 1 1,1 0-1,0 0 1,0 0-1,0 0 1,0-1-1,0 1 1,0 0-1,0 0 1,13 21 341,16 46-354,-24-55 134,8 19-118,2-1-1,1-1 0,2 0 0,0-1 0,2-1 0,27 29 0,-46-55 24,0 1 1,1-1-1,-1 0 0,0 1 1,1-1-1,-1 0 0,0 0 1,1 0-1,0 0 0,-1 0 1,1-1-1,-1 1 0,1 0 0,0-1 1,0 1-1,-1-1 0,1 0 1,0 1-1,0-1 0,-1 0 1,1 0-1,0 0 0,0 0 1,0-1-1,-1 1 0,1 0 1,3-2-1,-1 0 35,0-1 1,0 0-1,0 0 0,-1 0 1,1 0-1,-1 0 0,1-1 1,-1 0-1,4-6 0,8-16-30,0 0 0,-2-1-1,-1-1 1,-1 0-1,13-58 1,8-15-157,12-31-1407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15T04:20:30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50 325 18321,'4'-5'234,"0"0"1,0 0-1,0 0 0,0 1 0,11-9 0,-7 6-139,9-9-333,0-2 0,0 0 0,-2-1 0,16-23-1,-26 32 374,1 0 0,-1 0 0,-1-1 0,0 0 0,-1 0 0,0 0 0,0 0 0,-1-1 0,0 1 0,-1-22 0,-1 32-112,0 0 0,0-1-1,-1 1 1,1 0 0,-1 0 0,1 0-1,-1-1 1,1 1 0,-1 0 0,0 0 0,1 0-1,-1 0 1,0 0 0,0 0 0,0 0-1,0 0 1,0 0 0,0 1 0,0-1 0,0 0-1,0 0 1,0 1 0,0-1 0,0 1-1,-1-1 1,1 1 0,0 0 0,0-1 0,-1 1-1,1 0 1,0 0 0,0 0 0,-1 0 0,1 0-1,0 0 1,-1 0 0,1 0 0,0 1-1,0-1 1,-2 1 0,-5 0 16,0 0 0,1 1 1,-1 0-1,0 0 0,-8 5 0,5 0 21,2-1-1,-1 2 1,1-1 0,0 2-1,1-1 1,-1 1-1,2 0 1,-1 1 0,2-1-1,-1 2 1,1-1-1,1 1 1,-1-1 0,2 2-1,0-1 1,0 0 0,1 1-1,0 0 1,1-1-1,1 1 1,0 0 0,0 0-1,2 22 1,1-30 12,-1 0 1,1 1-1,0-1 0,0 0 1,0 0-1,1 0 0,0-1 1,-1 1-1,1-1 1,0 1-1,1-1 0,-1 0 1,0 0-1,1 0 0,0-1 1,0 1-1,0-1 1,0 0-1,0 0 0,0 0 1,0-1-1,1 1 0,-1-1 1,1 0-1,8 1 1,5 0-10,1 0 1,0-1-1,-1-1 1,1 0 0,20-4-1,31-12-2582,-1-7-7171,-21 3-453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6-15T04:27:12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9987 410 0,'-3'-1'33'0,"0"-2"-6"15,0 2 5-15,-1-3-6 0,1 3-1 16,3 1-7-16,-7-3-7 16,4 0-1-16,0 0-1 0,2 2 0 0,1 1-2 15,-2-2-1-15,2 2 0 0,-1 0 0 16,-1 0-3-16,-4 0 3 0,-1 0-3 16,-3 0 2-16,1 0 1 0,-1 4-1 15,3 2 0-15,0 1 0 0,1 1-2 16,0-1 0-16,2 0 0 0,-2 3-1 0,2-2-1 15,4-3 1-15,-3 4-2 0,3-3 1 16,0 5-1-16,0 0-1 0,0-4 2 16,0 0 0-16,6 0 1 0,1-1 0 15,-4-3 0-15,1 2 1 0,2-4 0 16,-2 0 2-16,8-1 1 0,-8 0-1 16,8 0-1-16,-2 0-1 0,0-2 0 15,0-1 0-15,-4-5-1 0,7-2 1 16,-9 1-2-16,2-4-2 0,0 3 1 15,-5-1-1-15,1-2 1 0,-2 1 0 0,0 1 2 16,0-2-1-16,-2 2 0 0,-2 1 0 16,-2 1-2-16,0 1 0 0,-2-1 2 15,-1 2 0-15,3-1 0 0,2 5 0 16,-5-1-1-16,5 2 0 0,0 0 0 16,1 1 0-16,-3 1 0 0,0 0-2 15,-3 0 1-15,-5 7 1 0,4 3-1 16,-3-2 0-16,4 3 1 0,2 0-2 15,2-2 1-15,-3 5 1 0,4-5 0 16,1 1 1-16,0 1-2 0,0 1-2 0,1 0 2 16,2 1 0-16,0 3 0 0,3-3 3 15,2 3-3-15,2-6 1 0,6 1-1 16,-3-4 1-16,4 0 1 0,-2-3 1 16,7-1 0-16,-3-3-1 0,7 0 2 15,-4-1-3-15,-2-7 2 0,0-1-1 0,-2-1 0 16,-3-2 1-16,-1-2-1 15,-4 3 0-15,-1-2 0 0,-3 4-1 0,-3-5 0 16,0-4-1-16,0 5 1 16,0-4 1-16,-3 7 0 0,-1 1 1 0,-2 0-1 15,-3 1 1-15,1 2 0 0,3 3-1 16,2 0 0-16,-4 1 0 0,3 2-1 16,-2 0 0-16,-7 0-1 0,6 0-1 15,-4 2 2-15,-1 5-2 0,1 3 2 16,4-2-1-16,-3 2 0 0,3 2 1 0,1-3-1 15,0 5 1-15,3-4 0 0,-1 0-1 16,3 2 0-16,-1-2-1 0,2 6 0 16,0-1 0-16,2-1 1 15,5-1 2-15,0-3-2 0,-1-2 1 0,4 1 0 16,0-3 0-16,0-2 2 0,5 0 1 16,-5-3 0-16,0-1-1 0,7 0 0 15,-4-5-2-15,0-2 1 0,-1 0 2 16,-5 1 1-16,-4-2-1 0,3 0 0 15,-6 5-1-15,0-7 1 0,0 4-1 0,0-4 1 16,-3-2 1-16,-4 4 0 0,-1 1 0 16,-2 3-1-16,3 0-3 0,3 2-1 15,-8 2-1-15,9 0-3 0,-8 0-2 16,2 0-16-16,5 2-38 0,-1 5-112 16,5 1-139-16</inkml:trace>
  <inkml:trace contextRef="#ctx0" brushRef="#br0" timeOffset="2417.96">7463 9180 498 0,'-3'-3'37'0,"3"3"-11"0,-3-3-8 0,0 1-7 16,-1-1-2-16,1 2 0 15,3 1 1-15,-2-1-1 0,2 1-1 16,-1 0-3-16,-6 0 0 0,3 0-2 16,-4 1 1-16,1 3 4 0,1 4-3 0,2-1 2 15,-2 5-5-15,2-2 0 0,1 0-1 16,0 0 1-16,0-4-1 0,3 5 0 16,0-6 0-16,0 5 1 0,0 2 0 15,3-4-1-15,1-1 0 0,2-2 1 16,1 2 1-16,2-4-1 0,0 2 1 0,1-5 0 15,1 1-1-15,-2-1 0 0,8 0-1 16,-8-5 2-16,3-2-2 0,-1-2 0 16,-8 2 0-16,6-7-1 15,-5 5 1-15,-2-3-1 0,-1-1 0 0,-1 2-4 16,0-8 5-16,-1 8-3 0,-7-4 3 16,1 3 2-16,1 5-2 0,-4-3 1 15,3 4 2-15,0 2-1 0,-1-1 1 16,3 4-3-16,-5-2-1 0,4 3 0 15,-7 0 0-15,4 0-1 0,0 0 2 0,-1 0-2 16,2 7 1-16,-4 1 0 0,2 2 0 16,-3 5 4-16,4 1-4 0,2-4 4 15,0 1-5-15,4-4 1 0,0 4 0 16,2-3 0-16,-1 2-1 0,2-1 0 16,0 0 0-16,0 3 0 0,3-5 1 0,7 2-1 15,-1 1 2-15,-2-8-1 16,7 3 2-16,-2-1 0 0,0-3 1 15,6 1-1-15,-3-4 0 0,2 0 0 16,2-5 0-16,-3-3 0 0,-2-2-1 0,-2-3 1 16,-2-1-2-16,-4-4 1 0,1 5-1 15,-4-3-3-15,-3-4 6 0,0 1-6 16,0-5 4-16,-6 5 0 0,-1 0-3 16,1 6 4-16,-1 2 0 0,1 4 1 15,-2-1 2-15,2 2-3 0,-3 0-1 0,3 1 0 16,2 3 0-16,1-1 0 15,-4 2 2-15,1 1-3 0,-4 0-1 16,-6 0 0-16,4 7-2 0,-2 1 2 16,4 1 1-16,1 2-1 0,5-3 1 0,-5 5-2 15,2-1 0-15,4-2 5 0,-1 6-4 16,2-5 3-16,1 1-3 0,1 2 0 16,0-4 1-16,0 2-2 0,0-1 2 15,3 0-1-15,1-3 2 0,2 0-1 16,2-3 2-16,1 1 1 0,1-6 0 0,6 0 1 15,-1-2-2-15,5-7 1 0,-4 0-1 16,-5 0 1-16,-2 0 1 0,-3 3 3 16,-5-3-1-16,2 0-6 15,-3-3 4-15,0-3-6 0,-3 6 3 0,-7-4-1 16,6 8-1-16,-8 2-2 0,-4 3-2 16,-2 0-19-16,-3 0-43 0,1 8-166 15,3 2-90-15</inkml:trace>
  <inkml:trace contextRef="#ctx0" brushRef="#br0" timeOffset="5534.19">5800 10361 427 0,'-3'-2'38'16,"-3"0"-8"-16,2 0-6 0,1 1-5 16,3 1-3-16,-2-2-3 0,2 2-3 0,0-2-4 15,0 1-1-15,0-6-2 16,0-2 0-16,0-2-3 0,3-4 0 15,2 5 0-15,2-4 0 0,4 3 0 16,1 0 0-16,3-4-2 0,2 2 2 0,0 2 0 16,2-1-1-16,0 3 1 0,0 1 0 15,-2 0 0-15,0 1 1 0,-4 0-1 16,2 3 0-16,-5 1 0 0,0 0 0 16,2 0-1-16,-5 1 0 0,-3 2-1 15,2 0 0-15,-2 0-1 0,4 0 2 0,0 5 2 16,-8 5 2-16,3 5 2 15,-3 2 0-15,0 7 0 0,-10-1 2 0,-3 0 0 16,-2 0 0-16,-3 0 2 16,-4 0-1-16,0-4-1 0,-2 1-1 0,2-4 0 15,-1 0 0-15,7-4 0 0,3-4-2 16,6-2 0-16,4-3-2 0,3-3 2 16,0 0 0-16,0 0 3 0,0 1 3 15,-3-1 2-15,3 0-3 0,0 2-2 16,0-2-2-16,0 0-2 0,7-2-1 0,9-4-1 15,6-4-1-15,4 0-1 0,0 2 1 16,-2-4-2-16,1 2 1 0,-6 1 0 16,4-2 0-16,-3 2 2 15,-1 0-2-15,0 0-1 0,-9 2 0 0,1 4 0 16,-2 0 1-16,-6 2 0 0,3 0-1 16,0 1 0-16,-6 0-2 0,0 0-1 15,0 0 1-15,0 0 1 0,0 0 3 16,0 5 2-16,-9 7-1 0,0 4 0 15,-2 0 0-15,1-3 0 0,1 3 0 0,0-6 2 16,4 2-1-16,0-5-1 0,1 4 0 16,1-2-1-16,0-4 2 0,3 1-1 15,0-2-1-15,0 3 2 0,0 1 0 16,0 4 0-16,0-10 2 0,7 5-1 16,2-5 1-16,1 3 1 0,6-2-3 15,1-2-4-15,1-1-10 0,5-3-40 16,-2-3-138-16,0-2-126 0</inkml:trace>
  <inkml:trace contextRef="#ctx0" brushRef="#br0" timeOffset="6010.15">6416 10440 618 0,'0'-1'52'0,"0"-1"-6"16,0 1-14-16,0-2-10 0,0 2-6 16,0 0-5-16,0-1-6 0,0 0-3 15,0 1-4-15,0 0-1 0,0 1-2 16,0 0 1-16,0 0 1 0,3 14 2 15,1 5 4-15,-1 9 0 0,0 0 2 0,-2 1-2 16,1-1 2-16,-1-9-3 0,1-1-2 16,-2 0 0-16,1-7-1 0,-1 6 2 15,3-8-1-15,-3-4 1 0,0 5 0 16,3-5-2-16,-3-1 1 0,0 1-3 16,0-5-22-16,0 5-56 0,0-1-226 15,0 0-22-15</inkml:trace>
  <inkml:trace contextRef="#ctx0" brushRef="#br0" timeOffset="7600.3">7739 9350 510 0,'-6'-3'35'16,"2"2"-2"-16,1-1-8 0,3 2-1 16,-3-2-4-16,3 2-6 0,0-1-5 15,0-1-3-15,0-5-5 0,0-5 2 0,0-4-3 16,4-2 0-16,5 3 0 0,1 0-2 15,5 1 2-15,-2 1-1 16,1-1 0-16,4 0-3 0,0 3 4 16,1-2-3-16,3 1 2 0,1 1 1 0,0 2-1 15,-8 3 1-15,2 0 0 0,-7 2-1 16,-7 2 0-16,5 1-1 0,-8 1-3 16,0 0 2-16,0 0 0 0,3 0 3 15,0 3 2-15,-3 10 1 0,0 9 4 16,-3 0 1-16,-8 9-4 0,-2-1 5 0,-3-3-6 15,0-1 2-15,-1-3-1 16,2-2-1-16,1-2 2 0,5-8-1 16,0 1-1-16,5-5-1 0,-3 3-1 0,3-3-1 15,1-3 0-15,1 0 0 0,2-4 0 16,-1 0 0-16,1 0 1 0,0 2 2 16,0 0 1-16,1 1 1 0,12-2 0 15,5-1-2-15,6 0-2 0,2-6-1 16,-3-4-1-16,1 0 0 0,-3 0-1 15,-1 1 0-15,-8 1 0 0,4 0-1 0,-3 2 1 16,-4 2 0-16,-1-1 0 0,1 1 2 16,-5 2-1-16,-1 0 1 0,0 1-1 15,-3 1-2-15,0-2-1 0,0 2-3 16,0 0 5-16,0 0 1 0,0 8 3 16,-6 6 1-16,-4 3 1 0,-1-2-1 15,2 5 0-15,0-4-1 0,2-3 0 16,3 3-1-16,1-7 0 0,1 2-1 15,1 1 1-15,1-8-1 0,0 7 1 16,0-5 1-16,0 5 0 0,4-2 2 0,5-3 0 16,4 3-3-16,4-3-6 0,2-1-41 15,7-3-110-15,-3-2-149 0</inkml:trace>
  <inkml:trace contextRef="#ctx0" brushRef="#br0" timeOffset="8285.34">8332 9437 530 0,'0'0'46'0,"-3"0"-7"0,2 0-9 0,-1 0-4 16,-2 0-6-16,-2 0-3 0,3-4-6 15,2 3-3-15,-1-3-2 0,1-1-4 16,-1 0 1-16,1 1-1 0,1 4 0 15,0-6 0-15,0 1-1 0,0-7-2 16,1 2 1-16,4 0-2 0,3 0 2 0,0 4-1 16,3-2 1-16,-2 3 1 0,-5 4-1 15,6-1-1-15,-4 2 1 0,-2-3-1 16,7 3-1-16,-7 0 1 0,6 0-1 16,-1 3 0-16,-5 5 1 0,6 4 1 15,-3 2 1-15,-4-1 1 0,0 4-2 0,-3 2 2 16,0 0-2-16,0 7 1 0,-3-3 0 15,-1-8 1-15,-3 0 0 0,1 0 1 16,0-5-1-16,2 2-1 16,-1-4 2-16,4-4-1 0,-1 1 0 0,2-5 1 15,0 0-1-15,0 0 1 0,0 0 1 16,0 0-1-16,0 0 0 0,0 0 1 16,2 0 0-16,8 0 0 0,13 0 0 15,6-2-1-15,9-3-4 0,1-1-9 16,4 0-41-16,2 0-145 0,-4-3-126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6-15T04:27:12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9987 410 0,'-3'-1'33'0,"0"-2"-6"15,0 2 5-15,-1-3-6 0,1 3-1 16,3 1-7-16,-7-3-7 16,4 0-1-16,0 0-1 0,2 2 0 0,1 1-2 15,-2-2-1-15,2 2 0 0,-1 0 0 16,-1 0-3-16,-4 0 3 0,-1 0-3 16,-3 0 2-16,1 0 1 0,-1 4-1 15,3 2 0-15,0 1 0 0,1 1-2 16,0-1 0-16,2 0 0 0,-2 3-1 0,2-2-1 15,4-3 1-15,-3 4-2 0,3-3 1 16,0 5-1-16,0 0-1 0,0-4 2 16,0 0 0-16,6 0 1 0,1-1 0 15,-4-3 0-15,1 2 1 0,2-4 0 16,-2 0 2-16,8-1 1 0,-8 0-1 16,8 0-1-16,-2 0-1 0,0-2 0 15,0-1 0-15,-4-5-1 0,7-2 1 16,-9 1-2-16,2-4-2 0,0 3 1 15,-5-1-1-15,1-2 1 0,-2 1 0 0,0 1 2 16,0-2-1-16,-2 2 0 0,-2 1 0 16,-2 1-2-16,0 1 0 0,-2-1 2 15,-1 2 0-15,3-1 0 0,2 5 0 16,-5-1-1-16,5 2 0 0,0 0 0 16,1 1 0-16,-3 1 0 0,0 0-2 15,-3 0 1-15,-5 7 1 0,4 3-1 16,-3-2 0-16,4 3 1 0,2 0-2 15,2-2 1-15,-3 5 1 0,4-5 0 16,1 1 1-16,0 1-2 0,0 1-2 0,1 0 2 16,2 1 0-16,0 3 0 0,3-3 3 15,2 3-3-15,2-6 1 0,6 1-1 16,-3-4 1-16,4 0 1 0,-2-3 1 16,7-1 0-16,-3-3-1 0,7 0 2 15,-4-1-3-15,-2-7 2 0,0-1-1 0,-2-1 0 16,-3-2 1-16,-1-2-1 15,-4 3 0-15,-1-2 0 0,-3 4-1 0,-3-5 0 16,0-4-1-16,0 5 1 16,0-4 1-16,-3 7 0 0,-1 1 1 0,-2 0-1 15,-3 1 1-15,1 2 0 0,3 3-1 16,2 0 0-16,-4 1 0 0,3 2-1 16,-2 0 0-16,-7 0-1 0,6 0-1 15,-4 2 2-15,-1 5-2 0,1 3 2 16,4-2-1-16,-3 2 0 0,3 2 1 0,1-3-1 15,0 5 1-15,3-4 0 0,-1 0-1 16,3 2 0-16,-1-2-1 0,2 6 0 16,0-1 0-16,2-1 1 15,5-1 2-15,0-3-2 0,-1-2 1 0,4 1 0 16,0-3 0-16,0-2 2 0,5 0 1 16,-5-3 0-16,0-1-1 0,7 0 0 15,-4-5-2-15,0-2 1 0,-1 0 2 16,-5 1 1-16,-4-2-1 0,3 0 0 15,-6 5-1-15,0-7 1 0,0 4-1 0,0-4 1 16,-3-2 1-16,-4 4 0 0,-1 1 0 16,-2 3-1-16,3 0-3 0,3 2-1 15,-8 2-1-15,9 0-3 0,-8 0-2 16,2 0-16-16,5 2-38 0,-1 5-112 16,5 1-139-16</inkml:trace>
  <inkml:trace contextRef="#ctx0" brushRef="#br0" timeOffset="2417.96">7463 9180 498 0,'-3'-3'37'0,"3"3"-11"0,-3-3-8 0,0 1-7 16,-1-1-2-16,1 2 0 15,3 1 1-15,-2-1-1 0,2 1-1 16,-1 0-3-16,-6 0 0 0,3 0-2 16,-4 1 1-16,1 3 4 0,1 4-3 0,2-1 2 15,-2 5-5-15,2-2 0 0,1 0-1 16,0 0 1-16,0-4-1 0,3 5 0 16,0-6 0-16,0 5 1 0,0 2 0 15,3-4-1-15,1-1 0 0,2-2 1 16,1 2 1-16,2-4-1 0,0 2 1 0,1-5 0 15,1 1-1-15,-2-1 0 0,8 0-1 16,-8-5 2-16,3-2-2 0,-1-2 0 16,-8 2 0-16,6-7-1 15,-5 5 1-15,-2-3-1 0,-1-1 0 0,-1 2-4 16,0-8 5-16,-1 8-3 0,-7-4 3 16,1 3 2-16,1 5-2 0,-4-3 1 15,3 4 2-15,0 2-1 0,-1-1 1 16,3 4-3-16,-5-2-1 0,4 3 0 15,-7 0 0-15,4 0-1 0,0 0 2 0,-1 0-2 16,2 7 1-16,-4 1 0 0,2 2 0 16,-3 5 4-16,4 1-4 0,2-4 4 15,0 1-5-15,4-4 1 0,0 4 0 16,2-3 0-16,-1 2-1 0,2-1 0 16,0 0 0-16,0 3 0 0,3-5 1 0,7 2-1 15,-1 1 2-15,-2-8-1 16,7 3 2-16,-2-1 0 0,0-3 1 15,6 1-1-15,-3-4 0 0,2 0 0 16,2-5 0-16,-3-3 0 0,-2-2-1 0,-2-3 1 16,-2-1-2-16,-4-4 1 0,1 5-1 15,-4-3-3-15,-3-4 6 0,0 1-6 16,0-5 4-16,-6 5 0 0,-1 0-3 16,1 6 4-16,-1 2 0 0,1 4 1 15,-2-1 2-15,2 2-3 0,-3 0-1 0,3 1 0 16,2 3 0-16,1-1 0 15,-4 2 2-15,1 1-3 0,-4 0-1 16,-6 0 0-16,4 7-2 0,-2 1 2 16,4 1 1-16,1 2-1 0,5-3 1 0,-5 5-2 15,2-1 0-15,4-2 5 0,-1 6-4 16,2-5 3-16,1 1-3 0,1 2 0 16,0-4 1-16,0 2-2 0,0-1 2 15,3 0-1-15,1-3 2 0,2 0-1 16,2-3 2-16,1 1 1 0,1-6 0 0,6 0 1 15,-1-2-2-15,5-7 1 0,-4 0-1 16,-5 0 1-16,-2 0 1 0,-3 3 3 16,-5-3-1-16,2 0-6 15,-3-3 4-15,0-3-6 0,-3 6 3 0,-7-4-1 16,6 8-1-16,-8 2-2 0,-4 3-2 16,-2 0-19-16,-3 0-43 0,1 8-166 15,3 2-90-15</inkml:trace>
  <inkml:trace contextRef="#ctx0" brushRef="#br0" timeOffset="5534.19">5800 10361 427 0,'-3'-2'38'16,"-3"0"-8"-16,2 0-6 0,1 1-5 16,3 1-3-16,-2-2-3 0,2 2-3 0,0-2-4 15,0 1-1-15,0-6-2 16,0-2 0-16,0-2-3 0,3-4 0 15,2 5 0-15,2-4 0 0,4 3 0 16,1 0 0-16,3-4-2 0,2 2 2 0,0 2 0 16,2-1-1-16,0 3 1 0,0 1 0 15,-2 0 0-15,0 1 1 0,-4 0-1 16,2 3 0-16,-5 1 0 0,0 0 0 16,2 0-1-16,-5 1 0 0,-3 2-1 15,2 0 0-15,-2 0-1 0,4 0 2 0,0 5 2 16,-8 5 2-16,3 5 2 15,-3 2 0-15,0 7 0 0,-10-1 2 0,-3 0 0 16,-2 0 0-16,-3 0 2 16,-4 0-1-16,0-4-1 0,-2 1-1 0,2-4 0 15,-1 0 0-15,7-4 0 0,3-4-2 16,6-2 0-16,4-3-2 0,3-3 2 16,0 0 0-16,0 0 3 0,0 1 3 15,-3-1 2-15,3 0-3 0,0 2-2 16,0-2-2-16,0 0-2 0,7-2-1 0,9-4-1 15,6-4-1-15,4 0-1 0,0 2 1 16,-2-4-2-16,1 2 1 0,-6 1 0 16,4-2 0-16,-3 2 2 15,-1 0-2-15,0 0-1 0,-9 2 0 0,1 4 0 16,-2 0 1-16,-6 2 0 0,3 0-1 16,0 1 0-16,-6 0-2 0,0 0-1 15,0 0 1-15,0 0 1 0,0 0 3 16,0 5 2-16,-9 7-1 0,0 4 0 15,-2 0 0-15,1-3 0 0,1 3 0 0,0-6 2 16,4 2-1-16,0-5-1 0,1 4 0 16,1-2-1-16,0-4 2 0,3 1-1 15,0-2-1-15,0 3 2 0,0 1 0 16,0 4 0-16,0-10 2 0,7 5-1 16,2-5 1-16,1 3 1 0,6-2-3 15,1-2-4-15,1-1-10 0,5-3-40 16,-2-3-138-16,0-2-126 0</inkml:trace>
  <inkml:trace contextRef="#ctx0" brushRef="#br0" timeOffset="6010.15">6416 10440 618 0,'0'-1'52'0,"0"-1"-6"16,0 1-14-16,0-2-10 0,0 2-6 16,0 0-5-16,0-1-6 0,0 0-3 15,0 1-4-15,0 0-1 0,0 1-2 16,0 0 1-16,0 0 1 0,3 14 2 15,1 5 4-15,-1 9 0 0,0 0 2 0,-2 1-2 16,1-1 2-16,-1-9-3 0,1-1-2 16,-2 0 0-16,1-7-1 0,-1 6 2 15,3-8-1-15,-3-4 1 0,0 5 0 16,3-5-2-16,-3-1 1 0,0 1-3 16,0-5-22-16,0 5-56 0,0-1-226 15,0 0-22-15</inkml:trace>
  <inkml:trace contextRef="#ctx0" brushRef="#br0" timeOffset="7600.3">7739 9350 510 0,'-6'-3'35'16,"2"2"-2"-16,1-1-8 0,3 2-1 16,-3-2-4-16,3 2-6 0,0-1-5 15,0-1-3-15,0-5-5 0,0-5 2 0,0-4-3 16,4-2 0-16,5 3 0 0,1 0-2 15,5 1 2-15,-2 1-1 16,1-1 0-16,4 0-3 0,0 3 4 16,1-2-3-16,3 1 2 0,1 1 1 0,0 2-1 15,-8 3 1-15,2 0 0 0,-7 2-1 16,-7 2 0-16,5 1-1 0,-8 1-3 16,0 0 2-16,0 0 0 0,3 0 3 15,0 3 2-15,-3 10 1 0,0 9 4 16,-3 0 1-16,-8 9-4 0,-2-1 5 0,-3-3-6 15,0-1 2-15,-1-3-1 16,2-2-1-16,1-2 2 0,5-8-1 16,0 1-1-16,5-5-1 0,-3 3-1 0,3-3-1 15,1-3 0-15,1 0 0 0,2-4 0 16,-1 0 0-16,1 0 1 0,0 2 2 16,0 0 1-16,1 1 1 0,12-2 0 15,5-1-2-15,6 0-2 0,2-6-1 16,-3-4-1-16,1 0 0 0,-3 0-1 15,-1 1 0-15,-8 1 0 0,4 0-1 0,-3 2 1 16,-4 2 0-16,-1-1 0 0,1 1 2 16,-5 2-1-16,-1 0 1 0,0 1-1 15,-3 1-2-15,0-2-1 0,0 2-3 16,0 0 5-16,0 0 1 0,0 8 3 16,-6 6 1-16,-4 3 1 0,-1-2-1 15,2 5 0-15,0-4-1 0,2-3 0 16,3 3-1-16,1-7 0 0,1 2-1 15,1 1 1-15,1-8-1 0,0 7 1 16,0-5 1-16,0 5 0 0,4-2 2 0,5-3 0 16,4 3-3-16,4-3-6 0,2-1-41 15,7-3-110-15,-3-2-149 0</inkml:trace>
  <inkml:trace contextRef="#ctx0" brushRef="#br0" timeOffset="8285.34">8332 9437 530 0,'0'0'46'0,"-3"0"-7"0,2 0-9 0,-1 0-4 16,-2 0-6-16,-2 0-3 0,3-4-6 15,2 3-3-15,-1-3-2 0,1-1-4 16,-1 0 1-16,1 1-1 0,1 4 0 15,0-6 0-15,0 1-1 0,0-7-2 16,1 2 1-16,4 0-2 0,3 0 2 0,0 4-1 16,3-2 1-16,-2 3 1 0,-5 4-1 15,6-1-1-15,-4 2 1 0,-2-3-1 16,7 3-1-16,-7 0 1 0,6 0-1 16,-1 3 0-16,-5 5 1 0,6 4 1 15,-3 2 1-15,-4-1 1 0,0 4-2 0,-3 2 2 16,0 0-2-16,0 7 1 0,-3-3 0 15,-1-8 1-15,-3 0 0 0,1 0 1 16,0-5-1-16,2 2-1 16,-1-4 2-16,4-4-1 0,-1 1 0 0,2-5 1 15,0 0-1-15,0 0 1 0,0 0 1 16,0 0-1-16,0 0 0 0,0 0 1 16,2 0 0-16,8 0 0 0,13 0 0 15,6-2-1-15,9-3-4 0,1-1-9 16,4 0-41-16,2 0-145 0,-4-3-126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6-15T04:27:12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5609 9987 410 0,'-3'-1'33'0,"0"-2"-6"15,0 2 5-15,-1-3-6 0,1 3-1 16,3 1-7-16,-7-3-7 16,4 0-1-16,0 0-1 0,2 2 0 0,1 1-2 15,-2-2-1-15,2 2 0 0,-1 0 0 16,-1 0-3-16,-4 0 3 0,-1 0-3 16,-3 0 2-16,1 0 1 0,-1 4-1 15,3 2 0-15,0 1 0 0,1 1-2 16,0-1 0-16,2 0 0 0,-2 3-1 0,2-2-1 15,4-3 1-15,-3 4-2 0,3-3 1 16,0 5-1-16,0 0-1 0,0-4 2 16,0 0 0-16,6 0 1 0,1-1 0 15,-4-3 0-15,1 2 1 0,2-4 0 16,-2 0 2-16,8-1 1 0,-8 0-1 16,8 0-1-16,-2 0-1 0,0-2 0 15,0-1 0-15,-4-5-1 0,7-2 1 16,-9 1-2-16,2-4-2 0,0 3 1 15,-5-1-1-15,1-2 1 0,-2 1 0 0,0 1 2 16,0-2-1-16,-2 2 0 0,-2 1 0 16,-2 1-2-16,0 1 0 0,-2-1 2 15,-1 2 0-15,3-1 0 0,2 5 0 16,-5-1-1-16,5 2 0 0,0 0 0 16,1 1 0-16,-3 1 0 0,0 0-2 15,-3 0 1-15,-5 7 1 0,4 3-1 16,-3-2 0-16,4 3 1 0,2 0-2 15,2-2 1-15,-3 5 1 0,4-5 0 16,1 1 1-16,0 1-2 0,0 1-2 0,1 0 2 16,2 1 0-16,0 3 0 0,3-3 3 15,2 3-3-15,2-6 1 0,6 1-1 16,-3-4 1-16,4 0 1 0,-2-3 1 16,7-1 0-16,-3-3-1 0,7 0 2 15,-4-1-3-15,-2-7 2 0,0-1-1 0,-2-1 0 16,-3-2 1-16,-1-2-1 15,-4 3 0-15,-1-2 0 0,-3 4-1 0,-3-5 0 16,0-4-1-16,0 5 1 16,0-4 1-16,-3 7 0 0,-1 1 1 0,-2 0-1 15,-3 1 1-15,1 2 0 0,3 3-1 16,2 0 0-16,-4 1 0 0,3 2-1 16,-2 0 0-16,-7 0-1 0,6 0-1 15,-4 2 2-15,-1 5-2 0,1 3 2 16,4-2-1-16,-3 2 0 0,3 2 1 0,1-3-1 15,0 5 1-15,3-4 0 0,-1 0-1 16,3 2 0-16,-1-2-1 0,2 6 0 16,0-1 0-16,2-1 1 15,5-1 2-15,0-3-2 0,-1-2 1 0,4 1 0 16,0-3 0-16,0-2 2 0,5 0 1 16,-5-3 0-16,0-1-1 0,7 0 0 15,-4-5-2-15,0-2 1 0,-1 0 2 16,-5 1 1-16,-4-2-1 0,3 0 0 15,-6 5-1-15,0-7 1 0,0 4-1 0,0-4 1 16,-3-2 1-16,-4 4 0 0,-1 1 0 16,-2 3-1-16,3 0-3 0,3 2-1 15,-8 2-1-15,9 0-3 0,-8 0-2 16,2 0-16-16,5 2-38 0,-1 5-112 16,5 1-139-16</inkml:trace>
  <inkml:trace contextRef="#ctx0" brushRef="#br0" timeOffset="2417.96">7463 9180 498 0,'-3'-3'37'0,"3"3"-11"0,-3-3-8 0,0 1-7 16,-1-1-2-16,1 2 0 15,3 1 1-15,-2-1-1 0,2 1-1 16,-1 0-3-16,-6 0 0 0,3 0-2 16,-4 1 1-16,1 3 4 0,1 4-3 0,2-1 2 15,-2 5-5-15,2-2 0 0,1 0-1 16,0 0 1-16,0-4-1 0,3 5 0 16,0-6 0-16,0 5 1 0,0 2 0 15,3-4-1-15,1-1 0 0,2-2 1 16,1 2 1-16,2-4-1 0,0 2 1 0,1-5 0 15,1 1-1-15,-2-1 0 0,8 0-1 16,-8-5 2-16,3-2-2 0,-1-2 0 16,-8 2 0-16,6-7-1 15,-5 5 1-15,-2-3-1 0,-1-1 0 0,-1 2-4 16,0-8 5-16,-1 8-3 0,-7-4 3 16,1 3 2-16,1 5-2 0,-4-3 1 15,3 4 2-15,0 2-1 0,-1-1 1 16,3 4-3-16,-5-2-1 0,4 3 0 15,-7 0 0-15,4 0-1 0,0 0 2 0,-1 0-2 16,2 7 1-16,-4 1 0 0,2 2 0 16,-3 5 4-16,4 1-4 0,2-4 4 15,0 1-5-15,4-4 1 0,0 4 0 16,2-3 0-16,-1 2-1 0,2-1 0 16,0 0 0-16,0 3 0 0,3-5 1 0,7 2-1 15,-1 1 2-15,-2-8-1 16,7 3 2-16,-2-1 0 0,0-3 1 15,6 1-1-15,-3-4 0 0,2 0 0 16,2-5 0-16,-3-3 0 0,-2-2-1 0,-2-3 1 16,-2-1-2-16,-4-4 1 0,1 5-1 15,-4-3-3-15,-3-4 6 0,0 1-6 16,0-5 4-16,-6 5 0 0,-1 0-3 16,1 6 4-16,-1 2 0 0,1 4 1 15,-2-1 2-15,2 2-3 0,-3 0-1 0,3 1 0 16,2 3 0-16,1-1 0 15,-4 2 2-15,1 1-3 0,-4 0-1 16,-6 0 0-16,4 7-2 0,-2 1 2 16,4 1 1-16,1 2-1 0,5-3 1 0,-5 5-2 15,2-1 0-15,4-2 5 0,-1 6-4 16,2-5 3-16,1 1-3 0,1 2 0 16,0-4 1-16,0 2-2 0,0-1 2 15,3 0-1-15,1-3 2 0,2 0-1 16,2-3 2-16,1 1 1 0,1-6 0 0,6 0 1 15,-1-2-2-15,5-7 1 0,-4 0-1 16,-5 0 1-16,-2 0 1 0,-3 3 3 16,-5-3-1-16,2 0-6 15,-3-3 4-15,0-3-6 0,-3 6 3 0,-7-4-1 16,6 8-1-16,-8 2-2 0,-4 3-2 16,-2 0-19-16,-3 0-43 0,1 8-166 15,3 2-90-15</inkml:trace>
  <inkml:trace contextRef="#ctx0" brushRef="#br0" timeOffset="5534.19">5800 10361 427 0,'-3'-2'38'16,"-3"0"-8"-16,2 0-6 0,1 1-5 16,3 1-3-16,-2-2-3 0,2 2-3 0,0-2-4 15,0 1-1-15,0-6-2 16,0-2 0-16,0-2-3 0,3-4 0 15,2 5 0-15,2-4 0 0,4 3 0 16,1 0 0-16,3-4-2 0,2 2 2 0,0 2 0 16,2-1-1-16,0 3 1 0,0 1 0 15,-2 0 0-15,0 1 1 0,-4 0-1 16,2 3 0-16,-5 1 0 0,0 0 0 16,2 0-1-16,-5 1 0 0,-3 2-1 15,2 0 0-15,-2 0-1 0,4 0 2 0,0 5 2 16,-8 5 2-16,3 5 2 15,-3 2 0-15,0 7 0 0,-10-1 2 0,-3 0 0 16,-2 0 0-16,-3 0 2 16,-4 0-1-16,0-4-1 0,-2 1-1 0,2-4 0 15,-1 0 0-15,7-4 0 0,3-4-2 16,6-2 0-16,4-3-2 0,3-3 2 16,0 0 0-16,0 0 3 0,0 1 3 15,-3-1 2-15,3 0-3 0,0 2-2 16,0-2-2-16,0 0-2 0,7-2-1 0,9-4-1 15,6-4-1-15,4 0-1 0,0 2 1 16,-2-4-2-16,1 2 1 0,-6 1 0 16,4-2 0-16,-3 2 2 15,-1 0-2-15,0 0-1 0,-9 2 0 0,1 4 0 16,-2 0 1-16,-6 2 0 0,3 0-1 16,0 1 0-16,-6 0-2 0,0 0-1 15,0 0 1-15,0 0 1 0,0 0 3 16,0 5 2-16,-9 7-1 0,0 4 0 15,-2 0 0-15,1-3 0 0,1 3 0 0,0-6 2 16,4 2-1-16,0-5-1 0,1 4 0 16,1-2-1-16,0-4 2 0,3 1-1 15,0-2-1-15,0 3 2 0,0 1 0 16,0 4 0-16,0-10 2 0,7 5-1 16,2-5 1-16,1 3 1 0,6-2-3 15,1-2-4-15,1-1-10 0,5-3-40 16,-2-3-138-16,0-2-126 0</inkml:trace>
  <inkml:trace contextRef="#ctx0" brushRef="#br0" timeOffset="6010.15">6416 10440 618 0,'0'-1'52'0,"0"-1"-6"16,0 1-14-16,0-2-10 0,0 2-6 16,0 0-5-16,0-1-6 0,0 0-3 15,0 1-4-15,0 0-1 0,0 1-2 16,0 0 1-16,0 0 1 0,3 14 2 15,1 5 4-15,-1 9 0 0,0 0 2 0,-2 1-2 16,1-1 2-16,-1-9-3 0,1-1-2 16,-2 0 0-16,1-7-1 0,-1 6 2 15,3-8-1-15,-3-4 1 0,0 5 0 16,3-5-2-16,-3-1 1 0,0 1-3 16,0-5-22-16,0 5-56 0,0-1-226 15,0 0-22-15</inkml:trace>
  <inkml:trace contextRef="#ctx0" brushRef="#br0" timeOffset="7600.3">7739 9350 510 0,'-6'-3'35'16,"2"2"-2"-16,1-1-8 0,3 2-1 16,-3-2-4-16,3 2-6 0,0-1-5 15,0-1-3-15,0-5-5 0,0-5 2 0,0-4-3 16,4-2 0-16,5 3 0 0,1 0-2 15,5 1 2-15,-2 1-1 16,1-1 0-16,4 0-3 0,0 3 4 16,1-2-3-16,3 1 2 0,1 1 1 0,0 2-1 15,-8 3 1-15,2 0 0 0,-7 2-1 16,-7 2 0-16,5 1-1 0,-8 1-3 16,0 0 2-16,0 0 0 0,3 0 3 15,0 3 2-15,-3 10 1 0,0 9 4 16,-3 0 1-16,-8 9-4 0,-2-1 5 0,-3-3-6 15,0-1 2-15,-1-3-1 16,2-2-1-16,1-2 2 0,5-8-1 16,0 1-1-16,5-5-1 0,-3 3-1 0,3-3-1 15,1-3 0-15,1 0 0 0,2-4 0 16,-1 0 0-16,1 0 1 0,0 2 2 16,0 0 1-16,1 1 1 0,12-2 0 15,5-1-2-15,6 0-2 0,2-6-1 16,-3-4-1-16,1 0 0 0,-3 0-1 15,-1 1 0-15,-8 1 0 0,4 0-1 0,-3 2 1 16,-4 2 0-16,-1-1 0 0,1 1 2 16,-5 2-1-16,-1 0 1 0,0 1-1 15,-3 1-2-15,0-2-1 0,0 2-3 16,0 0 5-16,0 0 1 0,0 8 3 16,-6 6 1-16,-4 3 1 0,-1-2-1 15,2 5 0-15,0-4-1 0,2-3 0 16,3 3-1-16,1-7 0 0,1 2-1 15,1 1 1-15,1-8-1 0,0 7 1 16,0-5 1-16,0 5 0 0,4-2 2 0,5-3 0 16,4 3-3-16,4-3-6 0,2-1-41 15,7-3-110-15,-3-2-149 0</inkml:trace>
  <inkml:trace contextRef="#ctx0" brushRef="#br0" timeOffset="8285.34">8332 9437 530 0,'0'0'46'0,"-3"0"-7"0,2 0-9 0,-1 0-4 16,-2 0-6-16,-2 0-3 0,3-4-6 15,2 3-3-15,-1-3-2 0,1-1-4 16,-1 0 1-16,1 1-1 0,1 4 0 15,0-6 0-15,0 1-1 0,0-7-2 16,1 2 1-16,4 0-2 0,3 0 2 0,0 4-1 16,3-2 1-16,-2 3 1 0,-5 4-1 15,6-1-1-15,-4 2 1 0,-2-3-1 16,7 3-1-16,-7 0 1 0,6 0-1 16,-1 3 0-16,-5 5 1 0,6 4 1 15,-3 2 1-15,-4-1 1 0,0 4-2 0,-3 2 2 16,0 0-2-16,0 7 1 0,-3-3 0 15,-1-8 1-15,-3 0 0 0,1 0 1 16,0-5-1-16,2 2-1 16,-1-4 2-16,4-4-1 0,-1 1 0 0,2-5 1 15,0 0-1-15,0 0 1 0,0 0 1 16,0 0-1-16,0 0 0 0,0 0 1 16,2 0 0-16,8 0 0 0,13 0 0 15,6-2-1-15,9-3-4 0,1-1-9 16,4 0-41-16,2 0-145 0,-4-3-126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6-15T04:37:52.9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1828 9233 402 0,'-5'-1'5'16,"-2"-4"7"-16,1 4-2 0,3-3 3 15,0 4-2-15,-2-4 2 16,0 3-2-16,1-1 0 0,-2 1 1 16,6 1-8-16,-4-2-2 0,-2 2-2 0,-7 0-1 15,4 0 1-15,-5 0-1 0,1 3 1 16,-2 4 0-16,-2 4 1 0,0 0 1 16,1 1 2-16,-3 0-2 0,4 1 1 15,-2-1-3-15,-2 3 0 0,-1 0 1 16,0 1-2-16,1 1 3 0,-1 3-3 0,0 1 2 15,1 0-1-15,-3 6 1 0,-1-1-1 16,1 0 4-16,-1 2-3 0,-3 1 0 16,3 1 2-16,-3-1-2 0,-2 1 3 15,-1-1 5-15,-4 2-1 0,0-5-3 16,7 3-2-16,1-1-3 0,8 2 3 16,4 0-2-16,0 4 4 0,0 1-4 15,1 1-1-15,1 0 2 0,5 3 0 16,-1 0-2-16,1-1 1 0,-1 1 1 15,1 1-1-15,2 0 2 0,-1 2-1 0,-2-1 0 16,0-1 0-16,3-1 0 0,-1 0 1 16,2 0-2-16,3-2 2 0,0 3-3 15,0-2 0-15,0 1 0 0,6-1 1 16,0 0 0-16,1 2 0 0,3-1 0 16,-1 4 0-16,5-1 1 0,1 3-3 0,5 3 2 15,-2-3-1-15,0-3 1 16,2 1-1-16,2-5-3 0,9-3 1 15,3 0-1-15,-2-3 1 0,-4 1 2 16,-5-1 2-16,1 0-1 0,-1 0 1 0,-2-2-1 16,2 0-1-16,-3-1 1 0,3-1-1 15,-1 2 1-15,1-3 2 0,0 1-3 16,0-3-1-16,2 1 0 0,1 0-1 16,1 0 2-16,2 2 2 0,0 0-2 15,0-1 0-15,0 0-1 0,-2-2 4 0,-1-2-4 16,-2-2 5-16,-3-3-6 15,2 0 1-15,-2-1-3 0,5-4 0 16,-2 2 1-16,2-2-1 0,-1-2 3 16,-2 1 2-16,2-2-2 0,1 0 0 0,-2-1 0 15,1 0-1-15,-2-3 1 0,0-1 0 16,0-2 1-16,2 1 0 0,-3-1 1 16,2 0 0-16,1-1 1 0,-2 1-2 15,1-2 0-15,-2 1 1 0,3-1 0 16,-1-1 0-16,1 0 0 0,-3 0-1 0,1 0 0 15,-6 0-1-15,2 0 1 0,0 0 1 16,1 0-1-16,3-4-1 0,2 1 2 16,-2-3-4-16,1 0-1 15,0 1 5-15,2-1-4 0,-2-2 4 0,1 2-2 16,-2-1-2-16,-1-3 1 0,-1 1-2 16,1-2 3-16,-2-2 2 0,2 1-1 15,1-4 0-15,-4 3 1 0,4-4 2 16,0 2-1-16,3-3-4 0,-3 0 3 15,-1-2-5-15,1 1 5 0,0-3 0 0,0 2 0 16,-2-1 0-16,0 0 0 0,-3-1 1 16,-1 1-1-16,3-1 1 0,-4 0 1 15,1 0-3-15,-2 0 1 0,1 2-2 16,-2-2 1-16,-1 1 2 0,-4 1-2 16,1-2 2-16,0 3-2 0,-4-1 3 15,-2 6-1-15,1-2 5 0,-2-2 2 16,-2 0-1-16,2-9 1 0,3 5 0 15,-2-3-3-15,-3 1 2 0,2 0-1 16,0 0-4-16,-1-2 3 0,-1-1-6 0,2-1 1 16,-3-1 1-16,3-1-1 0,-3-2 1 15,3-2-3-15,0 0 1 0,-2-1-1 16,1 2 1-16,-2 1 0 0,1 0 1 16,-1 1-2-16,0 2 1 0,0-2-2 15,-1 1 2-15,-2 2-1 0,-3 0 1 0,3-1-1 16,-3 1 1-16,2-1 3 0,-6 0-6 15,4 0 5-15,0 2-4 16,0-2 3-16,-1 2 2 0,-1 0 0 0,0 0 0 16,1-3-1-16,0 0 2 0,-2 1-1 15,2 2 3-15,0-1-2 0,1 3 0 16,-4 0-1-16,4 1-1 0,-3 0-1 16,-2 1 0-16,4 1-2 0,-4 0 1 15,0 0 3-15,-2-2-2 0,1 3 0 16,-2-2-1-16,-1 1-1 0,-2-2 1 0,1 1 1 15,0 0-2-15,0 2 4 0,-1-1-3 16,2 2 3-16,-2 4 2 0,1-1 1 16,-1 2-1-16,0 0 1 0,-1 0-2 15,1-1-2-15,2 1 2 0,-2 2-1 16,4-1 0-16,-3 1 1 0,0-2-2 0,-1 1-2 16,2-2 1-16,-2 1-2 15,1 0 1-15,-1 1 0 0,1 3 0 16,-3-4 1-16,4 3-1 0,-2 0-1 15,-3 0 1-15,1 0 1 0,-4 1 1 0,0 1 1 16,0 1-1-16,1-1-3 0,3 0 1 16,2 1 0-16,-3-1 0 0,-2 1 2 15,3 2-2-15,-1-4-1 0,-2 3 1 16,3-3-1-16,-4 1 0 0,2 2 0 16,-2-2 1-16,1 3 0 0,0-3 0 15,-1 3 0-15,1-1-1 0,-1 1 1 0,0-2 0 16,3 1 1-16,1 2-1 15,5 1 1-15,-4 1-2 0,4 0 2 16,-2-1-1-16,-3 0-2 0,6 0 2 0,-3 3-1 16,6-1 1-16,-7-2 0 0,2 1 0 15,5 1 0-15,-6 0 0 0,-1-1 1 16,1 0 3-16,-6 0 0 0,6 0-1 16,-1 1 0-16,8 3-2 0,-5-3 1 15,-2 0-2-15,4 3 1 0,-8-1-2 0,0 1 0 16,2 0 0-16,-8 0-1 15,5 0-2-15,-4 0-7 0,-1 4-27 0,0 6-61 16,-3-2-203-16,3 5-10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04D8F-5FF2-402D-8C10-F6A57598D93C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96F29-02A0-4A9F-83C0-68D33E957F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15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74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71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39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13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95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00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40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03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3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24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1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74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2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74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13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510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267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18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352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9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31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43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295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548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995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495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86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990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74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67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54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560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606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564726-7B85-AA4E-86F5-B0F7D00521F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5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4508-D52D-2852-0854-478408327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799D8-01E2-CE42-FCE8-833CC9999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C400-913E-9B56-BD11-F85C7B7F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FD23C-F0DA-93B2-C1DE-6E0546BA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60A0-B634-3CEF-7AA1-79022779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B815-B17A-95ED-00D2-9C08DDEB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869F-B7A0-5D62-A5DA-DA4F5234C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8C62D-330A-6BB6-C97E-F27BFD5B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4254-BADE-9FA2-B483-538AE8F7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981D6-3AEF-A2FF-B678-1939BF3C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E8C3-DCAA-C7F6-F5CE-25A1600B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34616-03CD-BF79-1A61-4DE6F0D81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B6187-670E-9548-99C7-4A1B3E36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690C5-4DCC-BB33-84BE-A33CD912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4AE64-A2D4-C762-3E00-63EF7EC4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946E-6260-9F53-A5C4-B4A0D9FB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BD3E7-E3D8-0401-DFCC-825C4428A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C76D7-A43B-BC20-F368-C9495DD41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D463D-3DA2-880B-A729-189F7582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8CA31-FEB9-8975-6B61-26AC09A2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44B3C-E1A5-BF5B-14A2-8BDC553E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5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61F9-C4DE-F8F9-CAA6-113323D9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12F1B-6C0D-66DF-1440-A19E5168C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F9F5B-29FD-4B63-29C9-16FECE461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ED6C8-BB3C-5157-56CB-944F7A392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FE0A1-450C-F92D-A559-5C9FB7F63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186EC-4A3A-253F-86C3-D9A99D5E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29DC1-9EB3-C3AF-5A5F-A44E956C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A78F4A-50B1-BE46-20EA-510A9322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1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5B29-472E-44EB-ED3F-84893C95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6C481-DFCA-76CD-7FC6-00CD87F0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2F65E-1B1F-CD2D-3EB2-3D892356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08202-6E10-FA67-3D2A-1CE5B008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9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67BF8-792E-29B9-DF70-F0F2D440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D500D-DECD-221F-981A-9625266E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4307A-8021-CD44-A998-F22EF95C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4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0C00-CE4F-7219-683B-A61A7ABE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4168-6868-A978-FC60-62D3407B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4E0B4-16DF-F805-A5CC-DBE12CDBD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1A651-751C-479B-37B6-0925C4743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D2ABE-D16B-A028-9682-8804B9B3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2C27-3156-AE55-BF7B-B9C5B0CD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4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0881-7E4E-8FB2-FE86-D82D037F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1A99F-971F-2DCD-BDC3-F9CB5A680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DF640-7621-2D2E-7F54-03E02BEDF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331B5-3C76-1248-70C3-6AED5C60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CC80D-82EB-996F-E9F5-C66CED59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E6FFB-72F0-8FC8-6D07-B90BADCA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5275-1D73-74C2-BA03-C1B82D3C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E3915-226B-B93B-C281-6D9699487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9BD61-CF4C-9864-794A-693974C1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7FD6-45BD-7813-7C42-9B1FFC134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7B527-1B57-8868-FE4B-D689AD1B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4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A40A8-1FA1-0A81-F05A-322D7CD7B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9DD85-FE33-CD4E-58AD-F64E6C83C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AFD48-C800-D28A-0BF7-BA98F9B4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0510B-2A57-6700-5615-FBE2D9F2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65FA-337D-26CD-AC24-8A4DCBA0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DA614-455C-E492-453B-94AF0BF2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7711D-A60E-9289-40D9-7D33C58E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BB3A0-EC45-86E6-8512-7CA816AEB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63BEC-9CDD-4280-B3EA-E2BB61E1AF1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174D2-36A9-1F90-7083-2C500D8AA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D4894-B672-96F7-63BF-042D12B48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DB59A-3175-444B-9D8F-5B7A17375D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1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customXml" Target="../ink/ink4.xml"/><Relationship Id="rId18" Type="http://schemas.openxmlformats.org/officeDocument/2006/relationships/image" Target="../media/image125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12" Type="http://schemas.openxmlformats.org/officeDocument/2006/relationships/image" Target="../media/image122.png"/><Relationship Id="rId17" Type="http://schemas.openxmlformats.org/officeDocument/2006/relationships/customXml" Target="../ink/ink6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24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customXml" Target="../ink/ink3.xml"/><Relationship Id="rId5" Type="http://schemas.openxmlformats.org/officeDocument/2006/relationships/image" Target="../media/image118.png"/><Relationship Id="rId15" Type="http://schemas.openxmlformats.org/officeDocument/2006/relationships/customXml" Target="../ink/ink5.xml"/><Relationship Id="rId10" Type="http://schemas.openxmlformats.org/officeDocument/2006/relationships/image" Target="../media/image121.png"/><Relationship Id="rId19" Type="http://schemas.openxmlformats.org/officeDocument/2006/relationships/customXml" Target="../ink/ink7.xml"/><Relationship Id="rId4" Type="http://schemas.openxmlformats.org/officeDocument/2006/relationships/image" Target="../media/image116.png"/><Relationship Id="rId9" Type="http://schemas.openxmlformats.org/officeDocument/2006/relationships/customXml" Target="../ink/ink2.xml"/><Relationship Id="rId14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24.pn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12" Type="http://schemas.openxmlformats.org/officeDocument/2006/relationships/customXml" Target="../ink/ink12.xml"/><Relationship Id="rId17" Type="http://schemas.openxmlformats.org/officeDocument/2006/relationships/image" Target="../media/image126.png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.xml"/><Relationship Id="rId11" Type="http://schemas.openxmlformats.org/officeDocument/2006/relationships/image" Target="../media/image123.png"/><Relationship Id="rId5" Type="http://schemas.openxmlformats.org/officeDocument/2006/relationships/image" Target="../media/image120.png"/><Relationship Id="rId15" Type="http://schemas.openxmlformats.org/officeDocument/2006/relationships/image" Target="../media/image125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22.png"/><Relationship Id="rId14" Type="http://schemas.openxmlformats.org/officeDocument/2006/relationships/customXml" Target="../ink/ink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28.png"/><Relationship Id="rId4" Type="http://schemas.openxmlformats.org/officeDocument/2006/relationships/customXml" Target="../ink/ink1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28.png"/><Relationship Id="rId4" Type="http://schemas.openxmlformats.org/officeDocument/2006/relationships/customXml" Target="../ink/ink16.xml"/><Relationship Id="rId9" Type="http://schemas.openxmlformats.org/officeDocument/2006/relationships/image" Target="../media/image13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4.png"/><Relationship Id="rId3" Type="http://schemas.openxmlformats.org/officeDocument/2006/relationships/image" Target="../media/image2.png"/><Relationship Id="rId7" Type="http://schemas.openxmlformats.org/officeDocument/2006/relationships/image" Target="../media/image129.png"/><Relationship Id="rId12" Type="http://schemas.openxmlformats.org/officeDocument/2006/relationships/customXml" Target="../ink/ink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3.png"/><Relationship Id="rId5" Type="http://schemas.openxmlformats.org/officeDocument/2006/relationships/image" Target="../media/image128.png"/><Relationship Id="rId10" Type="http://schemas.openxmlformats.org/officeDocument/2006/relationships/image" Target="../media/image132.png"/><Relationship Id="rId4" Type="http://schemas.openxmlformats.org/officeDocument/2006/relationships/customXml" Target="../ink/ink17.xml"/><Relationship Id="rId9" Type="http://schemas.openxmlformats.org/officeDocument/2006/relationships/image" Target="../media/image1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4.png"/><Relationship Id="rId9" Type="http://schemas.openxmlformats.org/officeDocument/2006/relationships/image" Target="../media/image14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3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3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6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58.png"/><Relationship Id="rId10" Type="http://schemas.openxmlformats.org/officeDocument/2006/relationships/image" Target="../media/image15.png"/><Relationship Id="rId4" Type="http://schemas.openxmlformats.org/officeDocument/2006/relationships/image" Target="../media/image157.png"/><Relationship Id="rId9" Type="http://schemas.openxmlformats.org/officeDocument/2006/relationships/image" Target="../media/image16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56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5" Type="http://schemas.openxmlformats.org/officeDocument/2006/relationships/image" Target="../media/image158.png"/><Relationship Id="rId10" Type="http://schemas.openxmlformats.org/officeDocument/2006/relationships/image" Target="../media/image15.png"/><Relationship Id="rId4" Type="http://schemas.openxmlformats.org/officeDocument/2006/relationships/image" Target="../media/image157.png"/><Relationship Id="rId9" Type="http://schemas.openxmlformats.org/officeDocument/2006/relationships/image" Target="../media/image1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5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F51BD-FACE-C187-B452-BA5DEDE75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3E566-5243-FC6D-473E-CB8F011DE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65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4000" dirty="0"/>
              <a:t>Support vector machine (SVM)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EACC2-F297-12DC-349F-4D2820865011}"/>
              </a:ext>
            </a:extLst>
          </p:cNvPr>
          <p:cNvSpPr txBox="1"/>
          <p:nvPr/>
        </p:nvSpPr>
        <p:spPr>
          <a:xfrm flipH="1">
            <a:off x="434602" y="4414345"/>
            <a:ext cx="10580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71A04E-5DC3-1F20-1473-8DE4504B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F7D0B-24ED-506F-3C03-305D4B9EB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Support vector machine (SVM in short) is a Discriminant based classification method where the task is to find a decision boundary separating sample in one class from the other. it is a binary in nature; means it considers two classes.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43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0AB61-29D0-B28A-1567-BD5A4688B474}"/>
              </a:ext>
            </a:extLst>
          </p:cNvPr>
          <p:cNvSpPr txBox="1"/>
          <p:nvPr/>
        </p:nvSpPr>
        <p:spPr>
          <a:xfrm flipH="1">
            <a:off x="613278" y="5222676"/>
            <a:ext cx="10580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Let us say, we have samples in two different classes as shown in the figure. Black samples are in +</a:t>
            </a:r>
            <a:r>
              <a:rPr lang="en-US" dirty="0" err="1"/>
              <a:t>ve</a:t>
            </a:r>
            <a:r>
              <a:rPr lang="en-US" dirty="0"/>
              <a:t> class and white samples are in –</a:t>
            </a:r>
            <a:r>
              <a:rPr lang="en-US" dirty="0" err="1"/>
              <a:t>ve</a:t>
            </a:r>
            <a:r>
              <a:rPr lang="en-US" dirty="0"/>
              <a:t> class.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42531-7020-03C0-882E-051A44023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93" y="1635323"/>
            <a:ext cx="3378091" cy="358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5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Support vector machine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86ED-A7AD-6D86-0C85-4B5D609A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20E941-2557-B1F8-BBBE-8DFF2DF5A5C8}"/>
              </a:ext>
            </a:extLst>
          </p:cNvPr>
          <p:cNvSpPr txBox="1"/>
          <p:nvPr/>
        </p:nvSpPr>
        <p:spPr>
          <a:xfrm>
            <a:off x="714702" y="5707172"/>
            <a:ext cx="97746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The task is to find best possible line separating samples in one class from the samples other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77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0AB61-29D0-B28A-1567-BD5A4688B474}"/>
              </a:ext>
            </a:extLst>
          </p:cNvPr>
          <p:cNvSpPr txBox="1"/>
          <p:nvPr/>
        </p:nvSpPr>
        <p:spPr>
          <a:xfrm flipH="1">
            <a:off x="581747" y="5623034"/>
            <a:ext cx="1058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In the 2D space, the decision boundary is a line,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86ED-A7AD-6D86-0C85-4B5D609A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76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Support vector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0AB61-29D0-B28A-1567-BD5A4688B474}"/>
              </a:ext>
            </a:extLst>
          </p:cNvPr>
          <p:cNvSpPr txBox="1"/>
          <p:nvPr/>
        </p:nvSpPr>
        <p:spPr>
          <a:xfrm flipH="1">
            <a:off x="581747" y="5623034"/>
            <a:ext cx="1058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In the 3D space, the decision boundary is a hyperplane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86ED-A7AD-6D86-0C85-4B5D609A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37729"/>
            <a:ext cx="3422694" cy="33946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C8A95-B55D-AAC1-4764-000095904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032" y="1236966"/>
            <a:ext cx="3984892" cy="398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87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Support vector machine – Linear or Non-linear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686ED-A7AD-6D86-0C85-4B5D609A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0" y="2848550"/>
            <a:ext cx="1881037" cy="1865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8C8A95-B55D-AAC1-4764-000095904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197" y="2499881"/>
            <a:ext cx="2345279" cy="2345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3CDCA1-80F3-4595-A4D8-38D097A93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896" y="2465447"/>
            <a:ext cx="2539687" cy="2011960"/>
          </a:xfrm>
          <a:prstGeom prst="rect">
            <a:avLst/>
          </a:prstGeom>
        </p:spPr>
      </p:pic>
      <p:pic>
        <p:nvPicPr>
          <p:cNvPr id="1026" name="Picture 2" descr="Support Vector Machines: How does going to higher dimension help data get  linearly separable which was non linearly separable in actual dimension? -  Quora">
            <a:extLst>
              <a:ext uri="{FF2B5EF4-FFF2-40B4-BE49-F238E27FC236}">
                <a16:creationId xmlns:a16="http://schemas.microsoft.com/office/drawing/2014/main" id="{BBD2AB6F-6448-AF26-143B-5F323F825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863" y="2121248"/>
            <a:ext cx="2944558" cy="275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690B6C-3F2D-7B27-C5B7-D82EC158F710}"/>
              </a:ext>
            </a:extLst>
          </p:cNvPr>
          <p:cNvSpPr txBox="1"/>
          <p:nvPr/>
        </p:nvSpPr>
        <p:spPr>
          <a:xfrm>
            <a:off x="956441" y="5108028"/>
            <a:ext cx="3878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SVM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EF709-A91A-943F-60C5-9D60BAD410BA}"/>
              </a:ext>
            </a:extLst>
          </p:cNvPr>
          <p:cNvSpPr txBox="1"/>
          <p:nvPr/>
        </p:nvSpPr>
        <p:spPr>
          <a:xfrm>
            <a:off x="7057697" y="5041365"/>
            <a:ext cx="3878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Non-Linear SVM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4A057-CCA2-2B33-0C27-D5E16939CE44}"/>
              </a:ext>
            </a:extLst>
          </p:cNvPr>
          <p:cNvSpPr txBox="1"/>
          <p:nvPr/>
        </p:nvSpPr>
        <p:spPr>
          <a:xfrm flipH="1">
            <a:off x="581747" y="5623034"/>
            <a:ext cx="10580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Depending on the nature of the samples, the decision boundary can be linear or non-linear, resulting to linear SVM or non-linear SVM.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0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Non-Linear to Linear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4A057-CCA2-2B33-0C27-D5E16939CE44}"/>
              </a:ext>
            </a:extLst>
          </p:cNvPr>
          <p:cNvSpPr txBox="1"/>
          <p:nvPr/>
        </p:nvSpPr>
        <p:spPr>
          <a:xfrm flipH="1">
            <a:off x="581747" y="5623034"/>
            <a:ext cx="1058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Finding a non-linear decision boundary is complex. Further, non-linear problems can be transformed to a linear problem. </a:t>
            </a:r>
          </a:p>
        </p:txBody>
      </p:sp>
      <p:pic>
        <p:nvPicPr>
          <p:cNvPr id="2050" name="Picture 2" descr="Finding Non-Linear Decision Boundary in SVM | by Sourodip Kundu | Medium">
            <a:extLst>
              <a:ext uri="{FF2B5EF4-FFF2-40B4-BE49-F238E27FC236}">
                <a16:creationId xmlns:a16="http://schemas.microsoft.com/office/drawing/2014/main" id="{FB21220D-EBE9-0C7B-88E8-B1DEFFB7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977" y="1441798"/>
            <a:ext cx="6716110" cy="332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94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4DD15B-9849-E603-B792-F2E80240C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9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7AAB5-D80F-0F91-5414-91001AE48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04" y="1837730"/>
            <a:ext cx="3472659" cy="2650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2FAA6A-1FC9-106D-61CF-8BE39EC492D8}"/>
              </a:ext>
            </a:extLst>
          </p:cNvPr>
          <p:cNvSpPr txBox="1"/>
          <p:nvPr/>
        </p:nvSpPr>
        <p:spPr>
          <a:xfrm flipH="1">
            <a:off x="581747" y="5623034"/>
            <a:ext cx="1058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However, there are infinite number of lines which can separate the +</a:t>
            </a:r>
            <a:r>
              <a:rPr lang="en-US" dirty="0" err="1"/>
              <a:t>ve</a:t>
            </a:r>
            <a:r>
              <a:rPr lang="en-US" dirty="0"/>
              <a:t> samples from the –</a:t>
            </a:r>
            <a:r>
              <a:rPr lang="en-US" dirty="0" err="1"/>
              <a:t>ve</a:t>
            </a:r>
            <a:r>
              <a:rPr lang="en-US" dirty="0"/>
              <a:t> samples. Which one of them will be selected as the separating line. </a:t>
            </a:r>
          </a:p>
        </p:txBody>
      </p:sp>
    </p:spTree>
    <p:extLst>
      <p:ext uri="{BB962C8B-B14F-4D97-AF65-F5344CB8AC3E}">
        <p14:creationId xmlns:p14="http://schemas.microsoft.com/office/powerpoint/2010/main" val="353031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7A057-8D92-C3A6-8FD3-09554DE2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762CD-06FA-443E-BAFB-74161BD035E4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762CD-06FA-443E-BAFB-74161BD03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4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AF601FB-2A32-6F24-F2F5-81B987D06EAF}"/>
              </a:ext>
            </a:extLst>
          </p:cNvPr>
          <p:cNvSpPr txBox="1"/>
          <p:nvPr/>
        </p:nvSpPr>
        <p:spPr>
          <a:xfrm>
            <a:off x="3361838" y="2247633"/>
            <a:ext cx="4456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the points on the hyper plane, g(x) =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A1CED-1EEC-DE05-4BB6-9942DE01D4BA}"/>
              </a:ext>
            </a:extLst>
          </p:cNvPr>
          <p:cNvSpPr txBox="1"/>
          <p:nvPr/>
        </p:nvSpPr>
        <p:spPr>
          <a:xfrm flipH="1">
            <a:off x="581747" y="5623034"/>
            <a:ext cx="10580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To understand the process, let us begin with as separating hyperplane defined by the linear function g(x).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4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7A057-8D92-C3A6-8FD3-09554DE2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85AFAE-B7AD-50CD-501B-112E516C1639}"/>
                  </a:ext>
                </a:extLst>
              </p:cNvPr>
              <p:cNvSpPr txBox="1"/>
              <p:nvPr/>
            </p:nvSpPr>
            <p:spPr>
              <a:xfrm>
                <a:off x="3428683" y="1961778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85AFAE-B7AD-50CD-501B-112E516C1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683" y="1961778"/>
                <a:ext cx="2239524" cy="276999"/>
              </a:xfrm>
              <a:prstGeom prst="rect">
                <a:avLst/>
              </a:prstGeom>
              <a:blipFill>
                <a:blip r:embed="rId4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7A709E4-20BB-A13E-955C-5CB377EB1FB2}"/>
              </a:ext>
            </a:extLst>
          </p:cNvPr>
          <p:cNvSpPr txBox="1"/>
          <p:nvPr/>
        </p:nvSpPr>
        <p:spPr>
          <a:xfrm>
            <a:off x="3336065" y="1582010"/>
            <a:ext cx="510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the points above the hyper plane, g(x) &gt; 0</a:t>
            </a:r>
          </a:p>
        </p:txBody>
      </p:sp>
      <p:sp>
        <p:nvSpPr>
          <p:cNvPr id="4" name="Arrow: Up 3">
            <a:extLst>
              <a:ext uri="{FF2B5EF4-FFF2-40B4-BE49-F238E27FC236}">
                <a16:creationId xmlns:a16="http://schemas.microsoft.com/office/drawing/2014/main" id="{BEA1E014-0DAE-33F0-6794-6144689A6092}"/>
              </a:ext>
            </a:extLst>
          </p:cNvPr>
          <p:cNvSpPr/>
          <p:nvPr/>
        </p:nvSpPr>
        <p:spPr>
          <a:xfrm>
            <a:off x="3184634" y="2503118"/>
            <a:ext cx="151431" cy="37671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1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7A057-8D92-C3A6-8FD3-09554DE2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EF366-3D90-40B0-254C-6D9B3018C471}"/>
                  </a:ext>
                </a:extLst>
              </p:cNvPr>
              <p:cNvSpPr txBox="1"/>
              <p:nvPr/>
            </p:nvSpPr>
            <p:spPr>
              <a:xfrm>
                <a:off x="3755992" y="3694163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EF366-3D90-40B0-254C-6D9B3018C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992" y="3694163"/>
                <a:ext cx="2239524" cy="276999"/>
              </a:xfrm>
              <a:prstGeom prst="rect">
                <a:avLst/>
              </a:prstGeom>
              <a:blipFill>
                <a:blip r:embed="rId4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EB3460D-B10F-CC8E-4899-4BF7C7D07E28}"/>
              </a:ext>
            </a:extLst>
          </p:cNvPr>
          <p:cNvSpPr txBox="1"/>
          <p:nvPr/>
        </p:nvSpPr>
        <p:spPr>
          <a:xfrm>
            <a:off x="3755992" y="4042512"/>
            <a:ext cx="470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all the points below the hyper plane, g(x) &lt; 0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BEBFA44-6B02-CB6A-DD15-B5DCC41C0DFC}"/>
              </a:ext>
            </a:extLst>
          </p:cNvPr>
          <p:cNvSpPr/>
          <p:nvPr/>
        </p:nvSpPr>
        <p:spPr>
          <a:xfrm>
            <a:off x="3279228" y="3163614"/>
            <a:ext cx="294289" cy="5305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77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53A15-AE66-B905-4C98-9E2B9AC43285}"/>
              </a:ext>
            </a:extLst>
          </p:cNvPr>
          <p:cNvSpPr txBox="1"/>
          <p:nvPr/>
        </p:nvSpPr>
        <p:spPr>
          <a:xfrm>
            <a:off x="1450848" y="914400"/>
            <a:ext cx="8278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Linear Support vector machine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7A057-8D92-C3A6-8FD3-09554DE2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762CD-06FA-443E-BAFB-74161BD035E4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762CD-06FA-443E-BAFB-74161BD03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4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EF366-3D90-40B0-254C-6D9B3018C471}"/>
                  </a:ext>
                </a:extLst>
              </p:cNvPr>
              <p:cNvSpPr txBox="1"/>
              <p:nvPr/>
            </p:nvSpPr>
            <p:spPr>
              <a:xfrm>
                <a:off x="3755992" y="3694163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EEF366-3D90-40B0-254C-6D9B3018C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992" y="3694163"/>
                <a:ext cx="2239524" cy="276999"/>
              </a:xfrm>
              <a:prstGeom prst="rect">
                <a:avLst/>
              </a:prstGeom>
              <a:blipFill>
                <a:blip r:embed="rId5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85AFAE-B7AD-50CD-501B-112E516C1639}"/>
                  </a:ext>
                </a:extLst>
              </p:cNvPr>
              <p:cNvSpPr txBox="1"/>
              <p:nvPr/>
            </p:nvSpPr>
            <p:spPr>
              <a:xfrm>
                <a:off x="2760455" y="1497642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85AFAE-B7AD-50CD-501B-112E516C1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55" y="1497642"/>
                <a:ext cx="2239524" cy="276999"/>
              </a:xfrm>
              <a:prstGeom prst="rect">
                <a:avLst/>
              </a:prstGeom>
              <a:blipFill>
                <a:blip r:embed="rId6"/>
                <a:stretch>
                  <a:fillRect l="-2180" t="-4444" r="-190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A978AA3-BAD4-9D56-B24E-AD9DD17D7F8D}"/>
              </a:ext>
            </a:extLst>
          </p:cNvPr>
          <p:cNvSpPr txBox="1"/>
          <p:nvPr/>
        </p:nvSpPr>
        <p:spPr>
          <a:xfrm>
            <a:off x="7031421" y="1618593"/>
            <a:ext cx="3612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choose the hyperplane that has the </a:t>
            </a:r>
            <a:r>
              <a:rPr lang="en-US" b="1" dirty="0">
                <a:solidFill>
                  <a:srgbClr val="FF0000"/>
                </a:solidFill>
              </a:rPr>
              <a:t>maximum separating margin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BE0B71-E025-E1FB-2EBB-5A58F6BA6CCA}"/>
              </a:ext>
            </a:extLst>
          </p:cNvPr>
          <p:cNvGrpSpPr/>
          <p:nvPr/>
        </p:nvGrpSpPr>
        <p:grpSpPr>
          <a:xfrm>
            <a:off x="1469057" y="1655806"/>
            <a:ext cx="601920" cy="226080"/>
            <a:chOff x="1469057" y="1655806"/>
            <a:chExt cx="60192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C5A4BC-5D7F-E299-F0F1-CFB8B4D67861}"/>
                    </a:ext>
                  </a:extLst>
                </p14:cNvPr>
                <p14:cNvContentPartPr/>
                <p14:nvPr/>
              </p14:nvContentPartPr>
              <p14:xfrm>
                <a:off x="1469057" y="1737526"/>
                <a:ext cx="217800" cy="36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C5A4BC-5D7F-E299-F0F1-CFB8B4D678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0057" y="1728526"/>
                  <a:ext cx="235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820283-56CE-CE49-BF49-E234E53311F2}"/>
                    </a:ext>
                  </a:extLst>
                </p14:cNvPr>
                <p14:cNvContentPartPr/>
                <p14:nvPr/>
              </p14:nvContentPartPr>
              <p14:xfrm>
                <a:off x="1577777" y="1699006"/>
                <a:ext cx="15840" cy="18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820283-56CE-CE49-BF49-E234E53311F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69137" y="1690006"/>
                  <a:ext cx="33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7B2B39-372A-245F-10D8-42D23A904581}"/>
                    </a:ext>
                  </a:extLst>
                </p14:cNvPr>
                <p14:cNvContentPartPr/>
                <p14:nvPr/>
              </p14:nvContentPartPr>
              <p14:xfrm>
                <a:off x="1735817" y="1663366"/>
                <a:ext cx="104760" cy="150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7B2B39-372A-245F-10D8-42D23A90458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27177" y="1654726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63BD58-1ED6-77E3-FF63-FFDE8852DA9C}"/>
                    </a:ext>
                  </a:extLst>
                </p14:cNvPr>
                <p14:cNvContentPartPr/>
                <p14:nvPr/>
              </p14:nvContentPartPr>
              <p14:xfrm>
                <a:off x="1898177" y="1655806"/>
                <a:ext cx="172800" cy="176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63BD58-1ED6-77E3-FF63-FFDE8852DA9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89177" y="1647166"/>
                  <a:ext cx="1904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C0A59A-E712-7835-9EA3-549BDEF89B1E}"/>
              </a:ext>
            </a:extLst>
          </p:cNvPr>
          <p:cNvGrpSpPr/>
          <p:nvPr/>
        </p:nvGrpSpPr>
        <p:grpSpPr>
          <a:xfrm>
            <a:off x="2349617" y="5268046"/>
            <a:ext cx="646560" cy="183960"/>
            <a:chOff x="2349617" y="5268046"/>
            <a:chExt cx="64656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77CEC4-C934-533B-15DB-C771E5ABB5BE}"/>
                    </a:ext>
                  </a:extLst>
                </p14:cNvPr>
                <p14:cNvContentPartPr/>
                <p14:nvPr/>
              </p14:nvContentPartPr>
              <p14:xfrm>
                <a:off x="2349617" y="5410966"/>
                <a:ext cx="19044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77CEC4-C934-533B-15DB-C771E5ABB5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40977" y="5402326"/>
                  <a:ext cx="208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F888E1-FCC0-C431-25F6-B6C7A38A6EEF}"/>
                    </a:ext>
                  </a:extLst>
                </p14:cNvPr>
                <p14:cNvContentPartPr/>
                <p14:nvPr/>
              </p14:nvContentPartPr>
              <p14:xfrm>
                <a:off x="2588297" y="5268046"/>
                <a:ext cx="163800" cy="178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F888E1-FCC0-C431-25F6-B6C7A38A6EE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79297" y="5259046"/>
                  <a:ext cx="181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42FCD2-9B17-D0E4-6AFF-7EF999309B52}"/>
                    </a:ext>
                  </a:extLst>
                </p14:cNvPr>
                <p14:cNvContentPartPr/>
                <p14:nvPr/>
              </p14:nvContentPartPr>
              <p14:xfrm>
                <a:off x="2846777" y="5321686"/>
                <a:ext cx="149400" cy="130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42FCD2-9B17-D0E4-6AFF-7EF999309B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37777" y="5313046"/>
                  <a:ext cx="167040" cy="14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182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9910BE-2C50-6A2F-BEFF-DC5400BD1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536028" y="504497"/>
            <a:ext cx="11067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What is Separating Margin?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DC171-DB62-7076-3B16-634C34213DBD}"/>
              </a:ext>
            </a:extLst>
          </p:cNvPr>
          <p:cNvSpPr txBox="1"/>
          <p:nvPr/>
        </p:nvSpPr>
        <p:spPr>
          <a:xfrm>
            <a:off x="6274677" y="1618593"/>
            <a:ext cx="513955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 is </a:t>
            </a:r>
            <a:r>
              <a:rPr lang="en-US" dirty="0"/>
              <a:t>the separating hyperplane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baseline="30000" dirty="0">
                <a:solidFill>
                  <a:srgbClr val="C00000"/>
                </a:solidFill>
              </a:rPr>
              <a:t>+</a:t>
            </a:r>
            <a:r>
              <a:rPr lang="en-US" b="1" dirty="0">
                <a:solidFill>
                  <a:srgbClr val="C00000"/>
                </a:solidFill>
              </a:rPr>
              <a:t> is </a:t>
            </a:r>
            <a:r>
              <a:rPr lang="en-US" b="1" dirty="0"/>
              <a:t>the plane </a:t>
            </a:r>
            <a:r>
              <a:rPr lang="en-US" b="1" dirty="0">
                <a:solidFill>
                  <a:srgbClr val="C00000"/>
                </a:solidFill>
              </a:rPr>
              <a:t>parallel to H </a:t>
            </a:r>
            <a:r>
              <a:rPr lang="en-US" b="1" dirty="0"/>
              <a:t>and passing through the </a:t>
            </a:r>
            <a:r>
              <a:rPr lang="en-US" b="1" dirty="0">
                <a:solidFill>
                  <a:srgbClr val="C00000"/>
                </a:solidFill>
              </a:rPr>
              <a:t>nearest +</a:t>
            </a:r>
            <a:r>
              <a:rPr lang="en-US" b="1" dirty="0" err="1">
                <a:solidFill>
                  <a:srgbClr val="C00000"/>
                </a:solidFill>
              </a:rPr>
              <a:t>ve</a:t>
            </a:r>
            <a:r>
              <a:rPr lang="en-US" b="1" dirty="0">
                <a:solidFill>
                  <a:srgbClr val="C00000"/>
                </a:solidFill>
              </a:rPr>
              <a:t> points </a:t>
            </a:r>
            <a:r>
              <a:rPr lang="en-US" b="1" dirty="0"/>
              <a:t>to H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baseline="30000" dirty="0">
                <a:solidFill>
                  <a:srgbClr val="C00000"/>
                </a:solidFill>
              </a:rPr>
              <a:t>-</a:t>
            </a:r>
            <a:r>
              <a:rPr lang="en-US" b="1" dirty="0">
                <a:solidFill>
                  <a:srgbClr val="C00000"/>
                </a:solidFill>
              </a:rPr>
              <a:t> is </a:t>
            </a:r>
            <a:r>
              <a:rPr lang="en-US" b="1" dirty="0"/>
              <a:t>the plane </a:t>
            </a:r>
            <a:r>
              <a:rPr lang="en-US" b="1" dirty="0">
                <a:solidFill>
                  <a:srgbClr val="C00000"/>
                </a:solidFill>
              </a:rPr>
              <a:t>parallel to H </a:t>
            </a:r>
            <a:r>
              <a:rPr lang="en-US" b="1" dirty="0"/>
              <a:t>and passing through the </a:t>
            </a:r>
            <a:r>
              <a:rPr lang="en-US" b="1" dirty="0">
                <a:solidFill>
                  <a:srgbClr val="C00000"/>
                </a:solidFill>
              </a:rPr>
              <a:t>nearest -</a:t>
            </a:r>
            <a:r>
              <a:rPr lang="en-US" b="1" dirty="0" err="1">
                <a:solidFill>
                  <a:srgbClr val="C00000"/>
                </a:solidFill>
              </a:rPr>
              <a:t>ve</a:t>
            </a:r>
            <a:r>
              <a:rPr lang="en-US" b="1" dirty="0">
                <a:solidFill>
                  <a:srgbClr val="C00000"/>
                </a:solidFill>
              </a:rPr>
              <a:t> points </a:t>
            </a:r>
            <a:r>
              <a:rPr lang="en-US" b="1" dirty="0"/>
              <a:t>to H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Separating margin </a:t>
            </a:r>
            <a:r>
              <a:rPr lang="en-US" b="1" dirty="0"/>
              <a:t>is the distance between </a:t>
            </a:r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baseline="30000" dirty="0">
                <a:solidFill>
                  <a:srgbClr val="C00000"/>
                </a:solidFill>
              </a:rPr>
              <a:t>+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and </a:t>
            </a:r>
            <a:r>
              <a:rPr lang="en-US" b="1" dirty="0">
                <a:solidFill>
                  <a:srgbClr val="C00000"/>
                </a:solidFill>
              </a:rPr>
              <a:t>H</a:t>
            </a:r>
            <a:r>
              <a:rPr lang="en-US" b="1" baseline="30000" dirty="0">
                <a:solidFill>
                  <a:srgbClr val="C00000"/>
                </a:solidFill>
              </a:rPr>
              <a:t>-</a:t>
            </a:r>
          </a:p>
          <a:p>
            <a:endParaRPr lang="en-US" b="1" baseline="30000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We choose H that has the maximum margin.</a:t>
            </a:r>
          </a:p>
          <a:p>
            <a:endParaRPr lang="en-US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9445AB-3CB0-F054-81FB-167B97E849C8}"/>
              </a:ext>
            </a:extLst>
          </p:cNvPr>
          <p:cNvGrpSpPr/>
          <p:nvPr/>
        </p:nvGrpSpPr>
        <p:grpSpPr>
          <a:xfrm>
            <a:off x="1986377" y="1671145"/>
            <a:ext cx="601920" cy="226080"/>
            <a:chOff x="1469057" y="1655806"/>
            <a:chExt cx="60192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F111F5-05FB-A8D0-8E4B-9FC7F0D84AA3}"/>
                    </a:ext>
                  </a:extLst>
                </p14:cNvPr>
                <p14:cNvContentPartPr/>
                <p14:nvPr/>
              </p14:nvContentPartPr>
              <p14:xfrm>
                <a:off x="1469057" y="1737526"/>
                <a:ext cx="217800" cy="3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F111F5-05FB-A8D0-8E4B-9FC7F0D84A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60057" y="1728526"/>
                  <a:ext cx="235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779910-2BD3-A673-6D5D-23A1D5EA35C4}"/>
                    </a:ext>
                  </a:extLst>
                </p14:cNvPr>
                <p14:cNvContentPartPr/>
                <p14:nvPr/>
              </p14:nvContentPartPr>
              <p14:xfrm>
                <a:off x="1577777" y="1699006"/>
                <a:ext cx="15840" cy="182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779910-2BD3-A673-6D5D-23A1D5EA35C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69137" y="1690006"/>
                  <a:ext cx="33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3E8A870-66D2-4817-024E-142482D98055}"/>
                    </a:ext>
                  </a:extLst>
                </p14:cNvPr>
                <p14:cNvContentPartPr/>
                <p14:nvPr/>
              </p14:nvContentPartPr>
              <p14:xfrm>
                <a:off x="1735817" y="1663366"/>
                <a:ext cx="104760" cy="150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3E8A870-66D2-4817-024E-142482D9805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27177" y="1654726"/>
                  <a:ext cx="12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A97905-AD33-5737-9AD5-E32386AB421E}"/>
                    </a:ext>
                  </a:extLst>
                </p14:cNvPr>
                <p14:cNvContentPartPr/>
                <p14:nvPr/>
              </p14:nvContentPartPr>
              <p14:xfrm>
                <a:off x="1898177" y="1655806"/>
                <a:ext cx="172800" cy="176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A97905-AD33-5737-9AD5-E32386AB42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9177" y="1647166"/>
                  <a:ext cx="1904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11E8F4-555F-B0F9-74BB-566B491CAA2C}"/>
              </a:ext>
            </a:extLst>
          </p:cNvPr>
          <p:cNvGrpSpPr/>
          <p:nvPr/>
        </p:nvGrpSpPr>
        <p:grpSpPr>
          <a:xfrm>
            <a:off x="3526775" y="3891191"/>
            <a:ext cx="646560" cy="183960"/>
            <a:chOff x="2349617" y="5268046"/>
            <a:chExt cx="64656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BA86E1-675C-3509-32FA-D3C08442DCE7}"/>
                    </a:ext>
                  </a:extLst>
                </p14:cNvPr>
                <p14:cNvContentPartPr/>
                <p14:nvPr/>
              </p14:nvContentPartPr>
              <p14:xfrm>
                <a:off x="2349617" y="5410966"/>
                <a:ext cx="190440" cy="22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BA86E1-675C-3509-32FA-D3C08442DC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40977" y="5402326"/>
                  <a:ext cx="208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D14696-48EF-7101-7BC7-0824631712A8}"/>
                    </a:ext>
                  </a:extLst>
                </p14:cNvPr>
                <p14:cNvContentPartPr/>
                <p14:nvPr/>
              </p14:nvContentPartPr>
              <p14:xfrm>
                <a:off x="2588297" y="5268046"/>
                <a:ext cx="163800" cy="178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D14696-48EF-7101-7BC7-0824631712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79297" y="5259046"/>
                  <a:ext cx="181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D8FD454-545A-4FE8-2AA7-CAE5EF7D74B5}"/>
                    </a:ext>
                  </a:extLst>
                </p14:cNvPr>
                <p14:cNvContentPartPr/>
                <p14:nvPr/>
              </p14:nvContentPartPr>
              <p14:xfrm>
                <a:off x="2846777" y="5321686"/>
                <a:ext cx="149400" cy="130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D8FD454-545A-4FE8-2AA7-CAE5EF7D74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7777" y="5313046"/>
                  <a:ext cx="167040" cy="14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612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A2FC-97A0-AC6B-3578-28087E86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SVM </a:t>
            </a:r>
          </a:p>
        </p:txBody>
      </p:sp>
      <p:pic>
        <p:nvPicPr>
          <p:cNvPr id="1026" name="Picture 2" descr="An image representing two classes (red and blue) in a 2 dimensional plot separated by a decision boundary with hyperplane, margin, decision boundary and support vectors labelled in the picture.">
            <a:extLst>
              <a:ext uri="{FF2B5EF4-FFF2-40B4-BE49-F238E27FC236}">
                <a16:creationId xmlns:a16="http://schemas.microsoft.com/office/drawing/2014/main" id="{36913F25-ECC5-F49D-C8D4-5FF05DB837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482" y="1825625"/>
            <a:ext cx="78810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01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96B2-4279-F118-AE67-EC12CD21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IRIS Dataset</a:t>
            </a:r>
          </a:p>
        </p:txBody>
      </p:sp>
      <p:pic>
        <p:nvPicPr>
          <p:cNvPr id="3074" name="Picture 2" descr="A dataset with first 5 and last 5 rows, named “Iris” with columns sepal length, sepal width, petal length and petal width.">
            <a:extLst>
              <a:ext uri="{FF2B5EF4-FFF2-40B4-BE49-F238E27FC236}">
                <a16:creationId xmlns:a16="http://schemas.microsoft.com/office/drawing/2014/main" id="{F8703E5E-EE77-3460-0AD2-5F587CAED6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525" y="1825625"/>
            <a:ext cx="655894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444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DF8E-844D-30FD-2DB3-E228B94FC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IRIS Dataset</a:t>
            </a:r>
          </a:p>
        </p:txBody>
      </p:sp>
      <p:pic>
        <p:nvPicPr>
          <p:cNvPr id="2050" name="Picture 2" descr="Points from Iris dataset plotted in a 2D plane, along with 3 sets of linear classifiers (lines) [dotted, light and dark] trying to classify the data accurately.">
            <a:extLst>
              <a:ext uri="{FF2B5EF4-FFF2-40B4-BE49-F238E27FC236}">
                <a16:creationId xmlns:a16="http://schemas.microsoft.com/office/drawing/2014/main" id="{AE516AF7-1B83-359D-6DC2-913C3ABE9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541" y="1825625"/>
            <a:ext cx="68949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4CDE56-64E9-9154-35E8-7065B02DB8BC}"/>
              </a:ext>
            </a:extLst>
          </p:cNvPr>
          <p:cNvSpPr txBox="1"/>
          <p:nvPr/>
        </p:nvSpPr>
        <p:spPr>
          <a:xfrm>
            <a:off x="1785257" y="6123543"/>
            <a:ext cx="9066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Iris dataset separated by three lines (linear classifiers) represent by dark, light and dotted lines.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28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1D802-8B0A-E343-A380-CC60192E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The same class of points separated by the resulting decision boundary of a SVM model.">
            <a:extLst>
              <a:ext uri="{FF2B5EF4-FFF2-40B4-BE49-F238E27FC236}">
                <a16:creationId xmlns:a16="http://schemas.microsoft.com/office/drawing/2014/main" id="{CEE89B92-A9EE-862F-B572-A19831D7A4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593" y="1628776"/>
            <a:ext cx="619281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E7576C-8E21-4465-3236-BF6668AC85FD}"/>
              </a:ext>
            </a:extLst>
          </p:cNvPr>
          <p:cNvSpPr txBox="1"/>
          <p:nvPr/>
        </p:nvSpPr>
        <p:spPr>
          <a:xfrm>
            <a:off x="3352799" y="6123543"/>
            <a:ext cx="6403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Iris dataset separated by a hyperplane obtained by an SVM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755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064F7-DDF1-085F-816E-8CC4271A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B2A06F-15AC-D9FB-30B8-D5D7624CBEC8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B2A06F-15AC-D9FB-30B8-D5D7624CB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4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59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064F7-DDF1-085F-816E-8CC4271A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01C2E-9721-E477-CBB0-D65A7E6C3158}"/>
              </a:ext>
            </a:extLst>
          </p:cNvPr>
          <p:cNvSpPr txBox="1"/>
          <p:nvPr/>
        </p:nvSpPr>
        <p:spPr>
          <a:xfrm>
            <a:off x="6096000" y="1716936"/>
            <a:ext cx="5948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take two points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and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lying on </a:t>
            </a:r>
            <a:r>
              <a:rPr lang="en-US" b="1" i="1" dirty="0">
                <a:solidFill>
                  <a:srgbClr val="C00000"/>
                </a:solidFill>
              </a:rPr>
              <a:t>g(x)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14:cNvPr>
              <p14:cNvContentPartPr/>
              <p14:nvPr/>
            </p14:nvContentPartPr>
            <p14:xfrm>
              <a:off x="1961280" y="3270960"/>
              <a:ext cx="1158480" cy="58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1920" y="3261600"/>
                <a:ext cx="11772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6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/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blipFill>
                <a:blip r:embed="rId7"/>
                <a:stretch>
                  <a:fillRect l="-5147" t="-28889" r="-7721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193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064F7-DDF1-085F-816E-8CC4271A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01C2E-9721-E477-CBB0-D65A7E6C3158}"/>
              </a:ext>
            </a:extLst>
          </p:cNvPr>
          <p:cNvSpPr txBox="1"/>
          <p:nvPr/>
        </p:nvSpPr>
        <p:spPr>
          <a:xfrm>
            <a:off x="6096000" y="1716936"/>
            <a:ext cx="5948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take two points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and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lying on </a:t>
            </a:r>
            <a:r>
              <a:rPr lang="en-US" b="1" i="1" dirty="0">
                <a:solidFill>
                  <a:srgbClr val="C00000"/>
                </a:solidFill>
              </a:rPr>
              <a:t>g(x)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14:cNvPr>
              <p14:cNvContentPartPr/>
              <p14:nvPr/>
            </p14:nvContentPartPr>
            <p14:xfrm>
              <a:off x="1961280" y="3270960"/>
              <a:ext cx="1158480" cy="58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1920" y="3261600"/>
                <a:ext cx="11772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6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/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blipFill>
                <a:blip r:embed="rId7"/>
                <a:stretch>
                  <a:fillRect l="-5147" t="-28889" r="-7721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92D82-1D50-33DC-84E5-173EE1F0812F}"/>
                  </a:ext>
                </a:extLst>
              </p:cNvPr>
              <p:cNvSpPr txBox="1"/>
              <p:nvPr/>
            </p:nvSpPr>
            <p:spPr>
              <a:xfrm>
                <a:off x="6262739" y="2869361"/>
                <a:ext cx="27947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92D82-1D50-33DC-84E5-173EE1F08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39" y="2869361"/>
                <a:ext cx="2794739" cy="276999"/>
              </a:xfrm>
              <a:prstGeom prst="rect">
                <a:avLst/>
              </a:prstGeom>
              <a:blipFill>
                <a:blip r:embed="rId8"/>
                <a:stretch>
                  <a:fillRect l="-1089" t="-4444" r="-43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91160A-9C6F-7E1A-4786-DB096CD96B82}"/>
                  </a:ext>
                </a:extLst>
              </p:cNvPr>
              <p:cNvSpPr txBox="1"/>
              <p:nvPr/>
            </p:nvSpPr>
            <p:spPr>
              <a:xfrm>
                <a:off x="6262738" y="3290500"/>
                <a:ext cx="18593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91160A-9C6F-7E1A-4786-DB096CD96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38" y="3290500"/>
                <a:ext cx="1859355" cy="276999"/>
              </a:xfrm>
              <a:prstGeom prst="rect">
                <a:avLst/>
              </a:prstGeom>
              <a:blipFill>
                <a:blip r:embed="rId9"/>
                <a:stretch>
                  <a:fillRect l="-3607" t="-28889" r="-6885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918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7064F7-DDF1-085F-816E-8CC4271A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7" y="1827219"/>
            <a:ext cx="3422694" cy="3394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01C2E-9721-E477-CBB0-D65A7E6C3158}"/>
              </a:ext>
            </a:extLst>
          </p:cNvPr>
          <p:cNvSpPr txBox="1"/>
          <p:nvPr/>
        </p:nvSpPr>
        <p:spPr>
          <a:xfrm>
            <a:off x="6096000" y="1716936"/>
            <a:ext cx="5948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 take two points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1</a:t>
            </a:r>
            <a:r>
              <a:rPr lang="en-US" dirty="0"/>
              <a:t> and </a:t>
            </a:r>
            <a:r>
              <a:rPr lang="en-US" b="1" i="1" dirty="0">
                <a:solidFill>
                  <a:srgbClr val="C00000"/>
                </a:solidFill>
              </a:rPr>
              <a:t>x</a:t>
            </a:r>
            <a:r>
              <a:rPr lang="en-US" b="1" i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lying on </a:t>
            </a:r>
            <a:r>
              <a:rPr lang="en-US" b="1" i="1" dirty="0">
                <a:solidFill>
                  <a:srgbClr val="C00000"/>
                </a:solidFill>
              </a:rPr>
              <a:t>g(x)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14:cNvPr>
              <p14:cNvContentPartPr/>
              <p14:nvPr/>
            </p14:nvContentPartPr>
            <p14:xfrm>
              <a:off x="1961280" y="3270960"/>
              <a:ext cx="1158480" cy="58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344EF7-D157-EFC8-FF84-1ABD20C6C0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1920" y="3261600"/>
                <a:ext cx="11772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/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B9EFE9-4A91-1EC6-C959-83B0B6B9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42" y="2627447"/>
                <a:ext cx="2239524" cy="276999"/>
              </a:xfrm>
              <a:prstGeom prst="rect">
                <a:avLst/>
              </a:prstGeom>
              <a:blipFill>
                <a:blip r:embed="rId6"/>
                <a:stretch>
                  <a:fillRect l="-2174" t="-4444" r="-19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/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694ABB-8D25-33CC-1621-004D7703E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235" y="2339315"/>
                <a:ext cx="1660326" cy="276999"/>
              </a:xfrm>
              <a:prstGeom prst="rect">
                <a:avLst/>
              </a:prstGeom>
              <a:blipFill>
                <a:blip r:embed="rId7"/>
                <a:stretch>
                  <a:fillRect l="-5147" t="-28889" r="-7721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92D82-1D50-33DC-84E5-173EE1F0812F}"/>
                  </a:ext>
                </a:extLst>
              </p:cNvPr>
              <p:cNvSpPr txBox="1"/>
              <p:nvPr/>
            </p:nvSpPr>
            <p:spPr>
              <a:xfrm>
                <a:off x="6262739" y="2869361"/>
                <a:ext cx="27947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E92D82-1D50-33DC-84E5-173EE1F08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39" y="2869361"/>
                <a:ext cx="2794739" cy="276999"/>
              </a:xfrm>
              <a:prstGeom prst="rect">
                <a:avLst/>
              </a:prstGeom>
              <a:blipFill>
                <a:blip r:embed="rId8"/>
                <a:stretch>
                  <a:fillRect l="-1089" t="-4444" r="-43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91160A-9C6F-7E1A-4786-DB096CD96B82}"/>
                  </a:ext>
                </a:extLst>
              </p:cNvPr>
              <p:cNvSpPr txBox="1"/>
              <p:nvPr/>
            </p:nvSpPr>
            <p:spPr>
              <a:xfrm>
                <a:off x="6262738" y="3290500"/>
                <a:ext cx="18593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91160A-9C6F-7E1A-4786-DB096CD96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738" y="3290500"/>
                <a:ext cx="1859355" cy="276999"/>
              </a:xfrm>
              <a:prstGeom prst="rect">
                <a:avLst/>
              </a:prstGeom>
              <a:blipFill>
                <a:blip r:embed="rId9"/>
                <a:stretch>
                  <a:fillRect l="-3607" t="-28889" r="-6885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/>
              <p:nvPr/>
            </p:nvSpPr>
            <p:spPr>
              <a:xfrm>
                <a:off x="5192110" y="3900137"/>
                <a:ext cx="683979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means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orthogonal (90</a:t>
                </a:r>
                <a:r>
                  <a:rPr lang="en-US" baseline="30000" dirty="0"/>
                  <a:t>o</a:t>
                </a:r>
                <a:r>
                  <a:rPr lang="en-US" dirty="0"/>
                  <a:t>/perpendicular) the vector (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x</a:t>
                </a:r>
                <a:r>
                  <a:rPr lang="en-US" b="1" i="1" baseline="-25000" dirty="0">
                    <a:solidFill>
                      <a:srgbClr val="C00000"/>
                    </a:solidFill>
                  </a:rPr>
                  <a:t>1</a:t>
                </a:r>
                <a:r>
                  <a:rPr lang="en-US" dirty="0"/>
                  <a:t> -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x</a:t>
                </a:r>
                <a:r>
                  <a:rPr lang="en-US" b="1" i="1" baseline="-25000" dirty="0">
                    <a:solidFill>
                      <a:srgbClr val="C00000"/>
                    </a:solidFill>
                  </a:rPr>
                  <a:t>2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/>
                  <a:t>It means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orthogonal (90</a:t>
                </a:r>
                <a:r>
                  <a:rPr lang="en-US" baseline="30000" dirty="0"/>
                  <a:t>o</a:t>
                </a:r>
                <a:r>
                  <a:rPr lang="en-US" dirty="0"/>
                  <a:t>/perpendicular) to </a:t>
                </a:r>
                <a:r>
                  <a:rPr lang="en-US" b="1" i="1" dirty="0">
                    <a:solidFill>
                      <a:srgbClr val="C00000"/>
                    </a:solidFill>
                  </a:rPr>
                  <a:t>g(x).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110" y="3900137"/>
                <a:ext cx="6839795" cy="923330"/>
              </a:xfrm>
              <a:prstGeom prst="rect">
                <a:avLst/>
              </a:prstGeom>
              <a:blipFill>
                <a:blip r:embed="rId10"/>
                <a:stretch>
                  <a:fillRect l="-80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1DE034E-599C-5406-8862-09C8F7BF6C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747" y="3407979"/>
            <a:ext cx="402085" cy="7887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EA2279-2E61-2102-E775-0F04A432DDF6}"/>
                  </a:ext>
                </a:extLst>
              </p14:cNvPr>
              <p14:cNvContentPartPr/>
              <p14:nvPr/>
            </p14:nvContentPartPr>
            <p14:xfrm>
              <a:off x="355320" y="3316320"/>
              <a:ext cx="847440" cy="1011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EA2279-2E61-2102-E775-0F04A432DD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5960" y="3306960"/>
                <a:ext cx="866160" cy="10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5214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/>
              <p:nvPr/>
            </p:nvSpPr>
            <p:spPr>
              <a:xfrm>
                <a:off x="5055476" y="1808578"/>
                <a:ext cx="6839795" cy="1779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x be a point in space.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:r>
                  <a:rPr lang="en-US" dirty="0">
                    <a:solidFill>
                      <a:srgbClr val="C00000"/>
                    </a:solidFill>
                  </a:rPr>
                  <a:t>r</a:t>
                </a:r>
                <a:r>
                  <a:rPr lang="en-US" dirty="0"/>
                  <a:t> be the distance of the point </a:t>
                </a:r>
                <a:r>
                  <a:rPr lang="en-US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/>
                  <a:t> from the hyperplane </a:t>
                </a:r>
                <a:r>
                  <a:rPr lang="en-US" dirty="0">
                    <a:solidFill>
                      <a:srgbClr val="C00000"/>
                    </a:solidFill>
                  </a:rPr>
                  <a:t>g(x), </a:t>
                </a:r>
              </a:p>
              <a:p>
                <a:r>
                  <a:rPr lang="en-US" dirty="0"/>
                  <a:t>and </a:t>
                </a:r>
                <a:r>
                  <a:rPr lang="en-US" dirty="0" err="1">
                    <a:solidFill>
                      <a:srgbClr val="C00000"/>
                    </a:solidFill>
                  </a:rPr>
                  <a:t>x</a:t>
                </a:r>
                <a:r>
                  <a:rPr lang="en-US" baseline="-25000" dirty="0" err="1">
                    <a:solidFill>
                      <a:srgbClr val="C00000"/>
                    </a:solidFill>
                  </a:rPr>
                  <a:t>p</a:t>
                </a:r>
                <a:r>
                  <a:rPr lang="en-US" dirty="0"/>
                  <a:t> be the corresponding projection point of </a:t>
                </a:r>
                <a:r>
                  <a:rPr lang="en-US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/>
                  <a:t> on </a:t>
                </a:r>
                <a:r>
                  <a:rPr lang="en-US" dirty="0">
                    <a:solidFill>
                      <a:srgbClr val="C00000"/>
                    </a:solidFill>
                  </a:rPr>
                  <a:t>g(x)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Now,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can be defined by the sum of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dirty="0"/>
                  <a:t> and vector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.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76" y="1808578"/>
                <a:ext cx="6839795" cy="1779205"/>
              </a:xfrm>
              <a:prstGeom prst="rect">
                <a:avLst/>
              </a:prstGeom>
              <a:blipFill>
                <a:blip r:embed="rId3"/>
                <a:stretch>
                  <a:fillRect l="-713" t="-2055" r="-1783"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D5057A3-5E9E-E906-CFA3-601FC177F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91" y="1445173"/>
            <a:ext cx="3935329" cy="412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39955-2AFC-B8D8-6115-EA1368F1E45B}"/>
                  </a:ext>
                </a:extLst>
              </p:cNvPr>
              <p:cNvSpPr txBox="1"/>
              <p:nvPr/>
            </p:nvSpPr>
            <p:spPr>
              <a:xfrm>
                <a:off x="6096000" y="3587783"/>
                <a:ext cx="1133259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39955-2AFC-B8D8-6115-EA1368F1E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87783"/>
                <a:ext cx="1133259" cy="301878"/>
              </a:xfrm>
              <a:prstGeom prst="rect">
                <a:avLst/>
              </a:prstGeom>
              <a:blipFill>
                <a:blip r:embed="rId5"/>
                <a:stretch>
                  <a:fillRect l="-2688" r="-2688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8EBF9-4F70-10BB-38B3-DAF2FFB551E3}"/>
                  </a:ext>
                </a:extLst>
              </p:cNvPr>
              <p:cNvSpPr txBox="1"/>
              <p:nvPr/>
            </p:nvSpPr>
            <p:spPr>
              <a:xfrm>
                <a:off x="5811739" y="4013113"/>
                <a:ext cx="1882631" cy="5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8EBF9-4F70-10BB-38B3-DAF2FFB55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739" y="4013113"/>
                <a:ext cx="1882631" cy="511550"/>
              </a:xfrm>
              <a:prstGeom prst="rect">
                <a:avLst/>
              </a:prstGeom>
              <a:blipFill>
                <a:blip r:embed="rId6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238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/>
              <p:nvPr/>
            </p:nvSpPr>
            <p:spPr>
              <a:xfrm>
                <a:off x="5055476" y="1808578"/>
                <a:ext cx="6839795" cy="1779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x be a point in space.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:r>
                  <a:rPr lang="en-US" dirty="0">
                    <a:solidFill>
                      <a:srgbClr val="C00000"/>
                    </a:solidFill>
                  </a:rPr>
                  <a:t>r</a:t>
                </a:r>
                <a:r>
                  <a:rPr lang="en-US" dirty="0"/>
                  <a:t> be the distance of the point </a:t>
                </a:r>
                <a:r>
                  <a:rPr lang="en-US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/>
                  <a:t> from the hyperplane </a:t>
                </a:r>
                <a:r>
                  <a:rPr lang="en-US" dirty="0">
                    <a:solidFill>
                      <a:srgbClr val="C00000"/>
                    </a:solidFill>
                  </a:rPr>
                  <a:t>g(x), </a:t>
                </a:r>
              </a:p>
              <a:p>
                <a:r>
                  <a:rPr lang="en-US" dirty="0"/>
                  <a:t>and </a:t>
                </a:r>
                <a:r>
                  <a:rPr lang="en-US" dirty="0" err="1">
                    <a:solidFill>
                      <a:srgbClr val="C00000"/>
                    </a:solidFill>
                  </a:rPr>
                  <a:t>x</a:t>
                </a:r>
                <a:r>
                  <a:rPr lang="en-US" baseline="-25000" dirty="0" err="1">
                    <a:solidFill>
                      <a:srgbClr val="C00000"/>
                    </a:solidFill>
                  </a:rPr>
                  <a:t>p</a:t>
                </a:r>
                <a:r>
                  <a:rPr lang="en-US" dirty="0"/>
                  <a:t> be the corresponding projection point of </a:t>
                </a:r>
                <a:r>
                  <a:rPr lang="en-US" dirty="0">
                    <a:solidFill>
                      <a:srgbClr val="C00000"/>
                    </a:solidFill>
                  </a:rPr>
                  <a:t>x</a:t>
                </a:r>
                <a:r>
                  <a:rPr lang="en-US" dirty="0"/>
                  <a:t> on </a:t>
                </a:r>
                <a:r>
                  <a:rPr lang="en-US" dirty="0">
                    <a:solidFill>
                      <a:srgbClr val="C00000"/>
                    </a:solidFill>
                  </a:rPr>
                  <a:t>g(x)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Now,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can be defined by the sum of 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dirty="0"/>
                  <a:t> and vector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/>
                  <a:t>.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30B0CB-81A0-B4DC-4C43-5A35D592B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76" y="1808578"/>
                <a:ext cx="6839795" cy="1779205"/>
              </a:xfrm>
              <a:prstGeom prst="rect">
                <a:avLst/>
              </a:prstGeom>
              <a:blipFill>
                <a:blip r:embed="rId3"/>
                <a:stretch>
                  <a:fillRect l="-713" t="-2055" r="-1783"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D5057A3-5E9E-E906-CFA3-601FC177F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91" y="1445173"/>
            <a:ext cx="3935329" cy="412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39955-2AFC-B8D8-6115-EA1368F1E45B}"/>
                  </a:ext>
                </a:extLst>
              </p:cNvPr>
              <p:cNvSpPr txBox="1"/>
              <p:nvPr/>
            </p:nvSpPr>
            <p:spPr>
              <a:xfrm>
                <a:off x="6096000" y="3587783"/>
                <a:ext cx="1133259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E39955-2AFC-B8D8-6115-EA1368F1E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587783"/>
                <a:ext cx="1133259" cy="301878"/>
              </a:xfrm>
              <a:prstGeom prst="rect">
                <a:avLst/>
              </a:prstGeom>
              <a:blipFill>
                <a:blip r:embed="rId5"/>
                <a:stretch>
                  <a:fillRect l="-2688" r="-2688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8EBF9-4F70-10BB-38B3-DAF2FFB551E3}"/>
                  </a:ext>
                </a:extLst>
              </p:cNvPr>
              <p:cNvSpPr txBox="1"/>
              <p:nvPr/>
            </p:nvSpPr>
            <p:spPr>
              <a:xfrm>
                <a:off x="5811739" y="4013113"/>
                <a:ext cx="1882631" cy="5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28EBF9-4F70-10BB-38B3-DAF2FFB55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739" y="4013113"/>
                <a:ext cx="1882631" cy="511550"/>
              </a:xfrm>
              <a:prstGeom prst="rect">
                <a:avLst/>
              </a:prstGeom>
              <a:blipFill>
                <a:blip r:embed="rId6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DBB590-633A-B669-DBBC-D66C1BB85C94}"/>
                  </a:ext>
                </a:extLst>
              </p:cNvPr>
              <p:cNvSpPr txBox="1"/>
              <p:nvPr/>
            </p:nvSpPr>
            <p:spPr>
              <a:xfrm>
                <a:off x="5055476" y="4648115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If you substitute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in g(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).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DBB590-633A-B669-DBBC-D66C1BB85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476" y="4648115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 l="-8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332ED2-A483-0A4C-5C1A-87289D52E79B}"/>
                  </a:ext>
                </a:extLst>
              </p:cNvPr>
              <p:cNvSpPr txBox="1"/>
              <p:nvPr/>
            </p:nvSpPr>
            <p:spPr>
              <a:xfrm>
                <a:off x="5346628" y="5157316"/>
                <a:ext cx="3131498" cy="598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332ED2-A483-0A4C-5C1A-87289D52E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28" y="5157316"/>
                <a:ext cx="3131498" cy="5987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3CD570-9301-EE44-1A40-0ED58FD36840}"/>
                  </a:ext>
                </a:extLst>
              </p:cNvPr>
              <p:cNvSpPr txBox="1"/>
              <p:nvPr/>
            </p:nvSpPr>
            <p:spPr>
              <a:xfrm>
                <a:off x="5346627" y="5874554"/>
                <a:ext cx="3128292" cy="598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3CD570-9301-EE44-1A40-0ED58FD36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6627" y="5874554"/>
                <a:ext cx="3128292" cy="5987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/>
              <p:nvPr/>
            </p:nvSpPr>
            <p:spPr>
              <a:xfrm>
                <a:off x="8569512" y="5874554"/>
                <a:ext cx="1735475" cy="598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12" y="5874554"/>
                <a:ext cx="1735475" cy="5987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6EF75-8471-66D3-23B5-881710A376B2}"/>
                  </a:ext>
                </a:extLst>
              </p:cNvPr>
              <p:cNvSpPr txBox="1"/>
              <p:nvPr/>
            </p:nvSpPr>
            <p:spPr>
              <a:xfrm>
                <a:off x="10304987" y="5874554"/>
                <a:ext cx="1200649" cy="564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6EF75-8471-66D3-23B5-881710A37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987" y="5874554"/>
                <a:ext cx="1200649" cy="5647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87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5057A3-5E9E-E906-CFA3-601FC177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91" y="1445173"/>
            <a:ext cx="3935329" cy="41253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DBB590-633A-B669-DBBC-D66C1BB85C94}"/>
                  </a:ext>
                </a:extLst>
              </p:cNvPr>
              <p:cNvSpPr txBox="1"/>
              <p:nvPr/>
            </p:nvSpPr>
            <p:spPr>
              <a:xfrm>
                <a:off x="5108028" y="1808578"/>
                <a:ext cx="6096000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Distance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n-US" dirty="0"/>
                  <a:t> from g(x)=0 is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5DBB590-633A-B669-DBBC-D66C1BB85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028" y="1808578"/>
                <a:ext cx="6096000" cy="394210"/>
              </a:xfrm>
              <a:prstGeom prst="rect">
                <a:avLst/>
              </a:prstGeom>
              <a:blipFill>
                <a:blip r:embed="rId4"/>
                <a:stretch>
                  <a:fillRect l="-900"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/>
              <p:nvPr/>
            </p:nvSpPr>
            <p:spPr>
              <a:xfrm>
                <a:off x="5605595" y="3370597"/>
                <a:ext cx="1803699" cy="59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595" y="3370597"/>
                <a:ext cx="1803699" cy="5931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6EF75-8471-66D3-23B5-881710A376B2}"/>
                  </a:ext>
                </a:extLst>
              </p:cNvPr>
              <p:cNvSpPr txBox="1"/>
              <p:nvPr/>
            </p:nvSpPr>
            <p:spPr>
              <a:xfrm>
                <a:off x="1528850" y="1243808"/>
                <a:ext cx="938783" cy="564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96EF75-8471-66D3-23B5-881710A37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850" y="1243808"/>
                <a:ext cx="938783" cy="5647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BD5BA1-1476-0020-9480-B9A169AFD10E}"/>
                  </a:ext>
                </a:extLst>
              </p:cNvPr>
              <p:cNvSpPr txBox="1"/>
              <p:nvPr/>
            </p:nvSpPr>
            <p:spPr>
              <a:xfrm>
                <a:off x="8005527" y="1706336"/>
                <a:ext cx="938783" cy="564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BD5BA1-1476-0020-9480-B9A169AF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5527" y="1706336"/>
                <a:ext cx="938783" cy="5647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A017A7C-9F4E-00D6-1FA5-6FD4C99A62A3}"/>
              </a:ext>
            </a:extLst>
          </p:cNvPr>
          <p:cNvSpPr txBox="1"/>
          <p:nvPr/>
        </p:nvSpPr>
        <p:spPr>
          <a:xfrm>
            <a:off x="5108028" y="28186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So, the distance of origin from g(x)=0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C015F1-0C75-2D89-9A9C-A0F2DDB156EF}"/>
                  </a:ext>
                </a:extLst>
              </p:cNvPr>
              <p:cNvSpPr txBox="1"/>
              <p:nvPr/>
            </p:nvSpPr>
            <p:spPr>
              <a:xfrm>
                <a:off x="5605594" y="4146278"/>
                <a:ext cx="1241429" cy="515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C015F1-0C75-2D89-9A9C-A0F2DDB15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594" y="4146278"/>
                <a:ext cx="1241429" cy="5157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37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FC23A-1582-93E4-6707-D2262CB7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8AA3B27-DFFD-1BDB-6032-E342BCCD9AB8}"/>
              </a:ext>
            </a:extLst>
          </p:cNvPr>
          <p:cNvSpPr txBox="1"/>
          <p:nvPr/>
        </p:nvSpPr>
        <p:spPr>
          <a:xfrm>
            <a:off x="6096000" y="1651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the Margin between H+ and H-?</a:t>
            </a:r>
          </a:p>
        </p:txBody>
      </p:sp>
    </p:spTree>
    <p:extLst>
      <p:ext uri="{BB962C8B-B14F-4D97-AF65-F5344CB8AC3E}">
        <p14:creationId xmlns:p14="http://schemas.microsoft.com/office/powerpoint/2010/main" val="2053957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017A7C-9F4E-00D6-1FA5-6FD4C99A62A3}"/>
              </a:ext>
            </a:extLst>
          </p:cNvPr>
          <p:cNvSpPr txBox="1"/>
          <p:nvPr/>
        </p:nvSpPr>
        <p:spPr>
          <a:xfrm>
            <a:off x="6096000" y="1651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define the expression for H+ and H-, let us make the following assumptions.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FC23A-1582-93E4-6707-D2262CB76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/>
              <p:nvPr/>
            </p:nvSpPr>
            <p:spPr>
              <a:xfrm>
                <a:off x="6096000" y="2448424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datapoint &lt;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&gt;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let us replace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+1</a:t>
                </a:r>
                <a:r>
                  <a:rPr lang="en-US" dirty="0"/>
                  <a:t>, and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-1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8424"/>
                <a:ext cx="6096000" cy="1477328"/>
              </a:xfrm>
              <a:prstGeom prst="rect">
                <a:avLst/>
              </a:prstGeom>
              <a:blipFill>
                <a:blip r:embed="rId4"/>
                <a:stretch>
                  <a:fillRect l="-800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818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/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blipFill>
                <a:blip r:embed="rId3"/>
                <a:stretch>
                  <a:fillRect t="-4444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A017A7C-9F4E-00D6-1FA5-6FD4C99A62A3}"/>
              </a:ext>
            </a:extLst>
          </p:cNvPr>
          <p:cNvSpPr txBox="1"/>
          <p:nvPr/>
        </p:nvSpPr>
        <p:spPr>
          <a:xfrm>
            <a:off x="6096000" y="1651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To define the expression for H+ and H-, let us make the following assumptions.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FC23A-1582-93E4-6707-D2262CB7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/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datapoint &lt;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&gt;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Let us replace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+1</a:t>
                </a:r>
                <a:r>
                  <a:rPr lang="en-US" dirty="0"/>
                  <a:t>, and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-1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Now, each data point will satisfy the following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blipFill>
                <a:blip r:embed="rId5"/>
                <a:stretch>
                  <a:fillRect l="-800" t="-209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/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blipFill>
                <a:blip r:embed="rId6"/>
                <a:stretch>
                  <a:fillRect l="-889" t="-4348" r="-177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690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/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blipFill>
                <a:blip r:embed="rId3"/>
                <a:stretch>
                  <a:fillRect t="-4444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A017A7C-9F4E-00D6-1FA5-6FD4C99A62A3}"/>
              </a:ext>
            </a:extLst>
          </p:cNvPr>
          <p:cNvSpPr txBox="1"/>
          <p:nvPr/>
        </p:nvSpPr>
        <p:spPr>
          <a:xfrm>
            <a:off x="6096000" y="1651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define the expression for H+ and H-, let us make the following assumptions.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FC23A-1582-93E4-6707-D2262CB7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/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datapoint &lt;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&gt;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let us replace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+1</a:t>
                </a:r>
                <a:r>
                  <a:rPr lang="en-US" dirty="0"/>
                  <a:t>, and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-1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Now, each data point will satisfy the following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blipFill>
                <a:blip r:embed="rId5"/>
                <a:stretch>
                  <a:fillRect l="-800" t="-209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/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blipFill>
                <a:blip r:embed="rId6"/>
                <a:stretch>
                  <a:fillRect l="-889" t="-4348" r="-177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AC317E-E9F7-66C9-7222-44F435F292E2}"/>
              </a:ext>
            </a:extLst>
          </p:cNvPr>
          <p:cNvSpPr txBox="1"/>
          <p:nvPr/>
        </p:nvSpPr>
        <p:spPr>
          <a:xfrm>
            <a:off x="5349766" y="5331068"/>
            <a:ext cx="6716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above two expression can be merged to form a single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03E25-230B-3CEA-088B-1A9E7E7B66A3}"/>
                  </a:ext>
                </a:extLst>
              </p:cNvPr>
              <p:cNvSpPr txBox="1"/>
              <p:nvPr/>
            </p:nvSpPr>
            <p:spPr>
              <a:xfrm>
                <a:off x="6510784" y="5803463"/>
                <a:ext cx="2355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03E25-230B-3CEA-088B-1A9E7E7B6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5803463"/>
                <a:ext cx="2355132" cy="276999"/>
              </a:xfrm>
              <a:prstGeom prst="rect">
                <a:avLst/>
              </a:prstGeom>
              <a:blipFill>
                <a:blip r:embed="rId7"/>
                <a:stretch>
                  <a:fillRect l="-2332" t="-4444" r="-103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542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/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BD9EC0-445E-7BE4-8BDB-ACB3145AC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284102"/>
                <a:ext cx="2650790" cy="276999"/>
              </a:xfrm>
              <a:prstGeom prst="rect">
                <a:avLst/>
              </a:prstGeom>
              <a:blipFill>
                <a:blip r:embed="rId3"/>
                <a:stretch>
                  <a:fillRect t="-4444" r="-2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A017A7C-9F4E-00D6-1FA5-6FD4C99A62A3}"/>
              </a:ext>
            </a:extLst>
          </p:cNvPr>
          <p:cNvSpPr txBox="1"/>
          <p:nvPr/>
        </p:nvSpPr>
        <p:spPr>
          <a:xfrm>
            <a:off x="6096000" y="16510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define the expression for H+ and H-, let us make the following assumptions.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DFC23A-1582-93E4-6707-D2262CB76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/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Given a datapoint &lt;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&gt;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class label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let us replace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+1</a:t>
                </a:r>
                <a:r>
                  <a:rPr lang="en-US" dirty="0"/>
                  <a:t>, and </a:t>
                </a:r>
                <a:r>
                  <a:rPr lang="en-US" b="1" dirty="0">
                    <a:solidFill>
                      <a:srgbClr val="C00000"/>
                    </a:solidFill>
                  </a:rPr>
                  <a:t>–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ve</a:t>
                </a:r>
                <a:r>
                  <a:rPr lang="en-US" b="1" dirty="0">
                    <a:solidFill>
                      <a:srgbClr val="C00000"/>
                    </a:solidFill>
                  </a:rPr>
                  <a:t> by -1</a:t>
                </a:r>
                <a:r>
                  <a:rPr lang="en-US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Now, each data point will satisfy the following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51A107D-C53A-2593-D71C-118FA8738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48424"/>
                <a:ext cx="6096000" cy="1754326"/>
              </a:xfrm>
              <a:prstGeom prst="rect">
                <a:avLst/>
              </a:prstGeom>
              <a:blipFill>
                <a:blip r:embed="rId5"/>
                <a:stretch>
                  <a:fillRect l="-800" t="-2091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/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BEB559-9B02-54AE-F8B7-324F81D3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4776054"/>
                <a:ext cx="2745367" cy="276999"/>
              </a:xfrm>
              <a:prstGeom prst="rect">
                <a:avLst/>
              </a:prstGeom>
              <a:blipFill>
                <a:blip r:embed="rId6"/>
                <a:stretch>
                  <a:fillRect l="-889" t="-4348" r="-177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8AC317E-E9F7-66C9-7222-44F435F292E2}"/>
              </a:ext>
            </a:extLst>
          </p:cNvPr>
          <p:cNvSpPr txBox="1"/>
          <p:nvPr/>
        </p:nvSpPr>
        <p:spPr>
          <a:xfrm>
            <a:off x="5349766" y="5331068"/>
            <a:ext cx="6716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above two expression can be merged to form a single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03E25-230B-3CEA-088B-1A9E7E7B66A3}"/>
                  </a:ext>
                </a:extLst>
              </p:cNvPr>
              <p:cNvSpPr txBox="1"/>
              <p:nvPr/>
            </p:nvSpPr>
            <p:spPr>
              <a:xfrm>
                <a:off x="6510784" y="5803463"/>
                <a:ext cx="2355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B03E25-230B-3CEA-088B-1A9E7E7B6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5803463"/>
                <a:ext cx="2355132" cy="276999"/>
              </a:xfrm>
              <a:prstGeom prst="rect">
                <a:avLst/>
              </a:prstGeom>
              <a:blipFill>
                <a:blip r:embed="rId7"/>
                <a:stretch>
                  <a:fillRect l="-2332" t="-4444" r="-1036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912F31-0C13-BE5A-DD12-B97E4C88F4E3}"/>
                  </a:ext>
                </a:extLst>
              </p:cNvPr>
              <p:cNvSpPr txBox="1"/>
              <p:nvPr/>
            </p:nvSpPr>
            <p:spPr>
              <a:xfrm>
                <a:off x="6510784" y="6220307"/>
                <a:ext cx="27805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912F31-0C13-BE5A-DD12-B97E4C88F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784" y="6220307"/>
                <a:ext cx="2780569" cy="276999"/>
              </a:xfrm>
              <a:prstGeom prst="rect">
                <a:avLst/>
              </a:prstGeom>
              <a:blipFill>
                <a:blip r:embed="rId8"/>
                <a:stretch>
                  <a:fillRect l="-1535" t="-4348" r="-43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124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/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blipFill>
                <a:blip r:embed="rId3"/>
                <a:stretch>
                  <a:fillRect l="-2116" t="-4444" r="-185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/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blipFill>
                <a:blip r:embed="rId4"/>
                <a:stretch>
                  <a:fillRect l="-1970" t="-4444" r="-17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/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blipFill>
                <a:blip r:embed="rId5"/>
                <a:stretch>
                  <a:fillRect l="-3922" t="-28889" r="-5882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4DF471E-030F-0299-E3ED-FFFEA22D49C5}"/>
              </a:ext>
            </a:extLst>
          </p:cNvPr>
          <p:cNvSpPr txBox="1"/>
          <p:nvPr/>
        </p:nvSpPr>
        <p:spPr>
          <a:xfrm>
            <a:off x="7592974" y="2178200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H+: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EE80A-4F08-1E59-3B9E-8AAD9DE0CA8A}"/>
              </a:ext>
            </a:extLst>
          </p:cNvPr>
          <p:cNvSpPr txBox="1"/>
          <p:nvPr/>
        </p:nvSpPr>
        <p:spPr>
          <a:xfrm>
            <a:off x="7592974" y="2859361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H-: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3E32-7250-BE11-8C9A-D30B9A19E64C}"/>
              </a:ext>
            </a:extLst>
          </p:cNvPr>
          <p:cNvSpPr txBox="1"/>
          <p:nvPr/>
        </p:nvSpPr>
        <p:spPr>
          <a:xfrm>
            <a:off x="7512562" y="1385255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H: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98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/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blipFill>
                <a:blip r:embed="rId3"/>
                <a:stretch>
                  <a:fillRect l="-2116" t="-4444" r="-185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/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blipFill>
                <a:blip r:embed="rId4"/>
                <a:stretch>
                  <a:fillRect l="-1970" t="-4444" r="-17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/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blipFill>
                <a:blip r:embed="rId5"/>
                <a:stretch>
                  <a:fillRect l="-3922" t="-28889" r="-5882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4DF471E-030F-0299-E3ED-FFFEA22D49C5}"/>
              </a:ext>
            </a:extLst>
          </p:cNvPr>
          <p:cNvSpPr txBox="1"/>
          <p:nvPr/>
        </p:nvSpPr>
        <p:spPr>
          <a:xfrm>
            <a:off x="7592974" y="2178200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H+: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EE80A-4F08-1E59-3B9E-8AAD9DE0CA8A}"/>
              </a:ext>
            </a:extLst>
          </p:cNvPr>
          <p:cNvSpPr txBox="1"/>
          <p:nvPr/>
        </p:nvSpPr>
        <p:spPr>
          <a:xfrm>
            <a:off x="7592974" y="2859361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H-: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3E32-7250-BE11-8C9A-D30B9A19E64C}"/>
              </a:ext>
            </a:extLst>
          </p:cNvPr>
          <p:cNvSpPr txBox="1"/>
          <p:nvPr/>
        </p:nvSpPr>
        <p:spPr>
          <a:xfrm>
            <a:off x="7512562" y="1385255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45BF9-A1BC-2EDE-D797-2A5CF896AD52}"/>
                  </a:ext>
                </a:extLst>
              </p:cNvPr>
              <p:cNvSpPr txBox="1"/>
              <p:nvPr/>
            </p:nvSpPr>
            <p:spPr>
              <a:xfrm>
                <a:off x="7592974" y="4033000"/>
                <a:ext cx="2032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Margin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45BF9-A1BC-2EDE-D797-2A5CF896A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974" y="4033000"/>
                <a:ext cx="2032288" cy="276999"/>
              </a:xfrm>
              <a:prstGeom prst="rect">
                <a:avLst/>
              </a:prstGeom>
              <a:blipFill>
                <a:blip r:embed="rId6"/>
                <a:stretch>
                  <a:fillRect l="-360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F04FDC-50AC-030C-892A-AF4606797826}"/>
                  </a:ext>
                </a:extLst>
              </p:cNvPr>
              <p:cNvSpPr txBox="1"/>
              <p:nvPr/>
            </p:nvSpPr>
            <p:spPr>
              <a:xfrm>
                <a:off x="8270692" y="4565665"/>
                <a:ext cx="1921873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F04FDC-50AC-030C-892A-AF460679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692" y="4565665"/>
                <a:ext cx="1921873" cy="5575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EBD428-570F-960E-1615-5DC0D4D2DA45}"/>
                  </a:ext>
                </a:extLst>
              </p:cNvPr>
              <p:cNvSpPr txBox="1"/>
              <p:nvPr/>
            </p:nvSpPr>
            <p:spPr>
              <a:xfrm>
                <a:off x="8291162" y="5275113"/>
                <a:ext cx="1819281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EBD428-570F-960E-1615-5DC0D4D2D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62" y="5275113"/>
                <a:ext cx="1819281" cy="5575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/>
              <p:nvPr/>
            </p:nvSpPr>
            <p:spPr>
              <a:xfrm>
                <a:off x="7161584" y="5973402"/>
                <a:ext cx="1833514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584" y="5973402"/>
                <a:ext cx="1833514" cy="5575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15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/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B52EF5-194C-E658-FB8B-01D603754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175547"/>
                <a:ext cx="2304477" cy="276999"/>
              </a:xfrm>
              <a:prstGeom prst="rect">
                <a:avLst/>
              </a:prstGeom>
              <a:blipFill>
                <a:blip r:embed="rId3"/>
                <a:stretch>
                  <a:fillRect l="-2116" t="-4444" r="-185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/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223198-23CD-084E-8BF4-FB1C8415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700" y="2880929"/>
                <a:ext cx="2477601" cy="276999"/>
              </a:xfrm>
              <a:prstGeom prst="rect">
                <a:avLst/>
              </a:prstGeom>
              <a:blipFill>
                <a:blip r:embed="rId4"/>
                <a:stretch>
                  <a:fillRect l="-1970" t="-4444" r="-17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/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94EB07-10D2-21EE-2892-AF2093505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362" y="1430095"/>
                <a:ext cx="2176237" cy="276999"/>
              </a:xfrm>
              <a:prstGeom prst="rect">
                <a:avLst/>
              </a:prstGeom>
              <a:blipFill>
                <a:blip r:embed="rId5"/>
                <a:stretch>
                  <a:fillRect l="-3922" t="-28889" r="-5882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4DF471E-030F-0299-E3ED-FFFEA22D49C5}"/>
              </a:ext>
            </a:extLst>
          </p:cNvPr>
          <p:cNvSpPr txBox="1"/>
          <p:nvPr/>
        </p:nvSpPr>
        <p:spPr>
          <a:xfrm>
            <a:off x="7592974" y="2178200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H+: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EE80A-4F08-1E59-3B9E-8AAD9DE0CA8A}"/>
              </a:ext>
            </a:extLst>
          </p:cNvPr>
          <p:cNvSpPr txBox="1"/>
          <p:nvPr/>
        </p:nvSpPr>
        <p:spPr>
          <a:xfrm>
            <a:off x="7592974" y="2859361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H-: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3E32-7250-BE11-8C9A-D30B9A19E64C}"/>
              </a:ext>
            </a:extLst>
          </p:cNvPr>
          <p:cNvSpPr txBox="1"/>
          <p:nvPr/>
        </p:nvSpPr>
        <p:spPr>
          <a:xfrm>
            <a:off x="7512562" y="1385255"/>
            <a:ext cx="1396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H: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45BF9-A1BC-2EDE-D797-2A5CF896AD52}"/>
                  </a:ext>
                </a:extLst>
              </p:cNvPr>
              <p:cNvSpPr txBox="1"/>
              <p:nvPr/>
            </p:nvSpPr>
            <p:spPr>
              <a:xfrm>
                <a:off x="8486351" y="4033000"/>
                <a:ext cx="20322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Margin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445BF9-A1BC-2EDE-D797-2A5CF896A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351" y="4033000"/>
                <a:ext cx="2032288" cy="276999"/>
              </a:xfrm>
              <a:prstGeom prst="rect">
                <a:avLst/>
              </a:prstGeom>
              <a:blipFill>
                <a:blip r:embed="rId6"/>
                <a:stretch>
                  <a:fillRect l="-330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F04FDC-50AC-030C-892A-AF4606797826}"/>
                  </a:ext>
                </a:extLst>
              </p:cNvPr>
              <p:cNvSpPr txBox="1"/>
              <p:nvPr/>
            </p:nvSpPr>
            <p:spPr>
              <a:xfrm>
                <a:off x="9164069" y="4565665"/>
                <a:ext cx="1921873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9F04FDC-50AC-030C-892A-AF460679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069" y="4565665"/>
                <a:ext cx="1921873" cy="5575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EBD428-570F-960E-1615-5DC0D4D2DA45}"/>
                  </a:ext>
                </a:extLst>
              </p:cNvPr>
              <p:cNvSpPr txBox="1"/>
              <p:nvPr/>
            </p:nvSpPr>
            <p:spPr>
              <a:xfrm>
                <a:off x="9184539" y="5275113"/>
                <a:ext cx="1819281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EBD428-570F-960E-1615-5DC0D4D2D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539" y="5275113"/>
                <a:ext cx="1819281" cy="5575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/>
              <p:nvPr/>
            </p:nvSpPr>
            <p:spPr>
              <a:xfrm>
                <a:off x="8054961" y="5973402"/>
                <a:ext cx="1833514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961" y="5973402"/>
                <a:ext cx="1833514" cy="5575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4CEF9C-D41A-3FAC-61A8-7D95B39B41B0}"/>
                  </a:ext>
                </a:extLst>
              </p:cNvPr>
              <p:cNvSpPr txBox="1"/>
              <p:nvPr/>
            </p:nvSpPr>
            <p:spPr>
              <a:xfrm>
                <a:off x="588578" y="5578441"/>
                <a:ext cx="7157545" cy="512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As we are interested in the absolute value, we consider the margin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14CEF9C-D41A-3FAC-61A8-7D95B39B4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8" y="5578441"/>
                <a:ext cx="7157545" cy="512641"/>
              </a:xfrm>
              <a:prstGeom prst="rect">
                <a:avLst/>
              </a:prstGeom>
              <a:blipFill>
                <a:blip r:embed="rId11"/>
                <a:stretch>
                  <a:fillRect l="-7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629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/>
              <p:nvPr/>
            </p:nvSpPr>
            <p:spPr>
              <a:xfrm>
                <a:off x="6940864" y="2486203"/>
                <a:ext cx="1569019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864" y="2486203"/>
                <a:ext cx="1569019" cy="557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46CDA-E70B-9D68-49E8-8850A4B3607D}"/>
                  </a:ext>
                </a:extLst>
              </p:cNvPr>
              <p:cNvSpPr txBox="1"/>
              <p:nvPr/>
            </p:nvSpPr>
            <p:spPr>
              <a:xfrm>
                <a:off x="6646580" y="3237695"/>
                <a:ext cx="1856597" cy="757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46CDA-E70B-9D68-49E8-8850A4B36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580" y="3237695"/>
                <a:ext cx="1856597" cy="7571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A971CD-F26F-0CBC-DCB2-DD2561A765B1}"/>
                  </a:ext>
                </a:extLst>
              </p:cNvPr>
              <p:cNvSpPr txBox="1"/>
              <p:nvPr/>
            </p:nvSpPr>
            <p:spPr>
              <a:xfrm>
                <a:off x="5996151" y="1479850"/>
                <a:ext cx="5150069" cy="789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Task is to find the hyperplane (g(x)=0) that maximizes the margin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A971CD-F26F-0CBC-DCB2-DD2561A76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151" y="1479850"/>
                <a:ext cx="5150069" cy="789640"/>
              </a:xfrm>
              <a:prstGeom prst="rect">
                <a:avLst/>
              </a:prstGeom>
              <a:blipFill>
                <a:blip r:embed="rId6"/>
                <a:stretch>
                  <a:fillRect l="-1066" t="-4651" r="-1540"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189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/>
              <p:nvPr/>
            </p:nvSpPr>
            <p:spPr>
              <a:xfrm>
                <a:off x="6940864" y="2486203"/>
                <a:ext cx="1569019" cy="557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32B23B-A840-8A2E-DA5E-32E3B82D3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864" y="2486203"/>
                <a:ext cx="1569019" cy="557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46CDA-E70B-9D68-49E8-8850A4B3607D}"/>
                  </a:ext>
                </a:extLst>
              </p:cNvPr>
              <p:cNvSpPr txBox="1"/>
              <p:nvPr/>
            </p:nvSpPr>
            <p:spPr>
              <a:xfrm>
                <a:off x="6646580" y="3237695"/>
                <a:ext cx="1856597" cy="7571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46CDA-E70B-9D68-49E8-8850A4B36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580" y="3237695"/>
                <a:ext cx="1856597" cy="7571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A971CD-F26F-0CBC-DCB2-DD2561A765B1}"/>
                  </a:ext>
                </a:extLst>
              </p:cNvPr>
              <p:cNvSpPr txBox="1"/>
              <p:nvPr/>
            </p:nvSpPr>
            <p:spPr>
              <a:xfrm>
                <a:off x="5996151" y="1479850"/>
                <a:ext cx="5150069" cy="789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Task is to find the hyperplane (g(x)=0) that maximizes the margin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A971CD-F26F-0CBC-DCB2-DD2561A76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151" y="1479850"/>
                <a:ext cx="5150069" cy="789640"/>
              </a:xfrm>
              <a:prstGeom prst="rect">
                <a:avLst/>
              </a:prstGeom>
              <a:blipFill>
                <a:blip r:embed="rId6"/>
                <a:stretch>
                  <a:fillRect l="-1066" t="-4651" r="-1540" b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0D6E27-2B25-BF27-BDBE-73CEC03FC254}"/>
                  </a:ext>
                </a:extLst>
              </p:cNvPr>
              <p:cNvSpPr txBox="1"/>
              <p:nvPr/>
            </p:nvSpPr>
            <p:spPr>
              <a:xfrm>
                <a:off x="5996150" y="4205900"/>
                <a:ext cx="5150069" cy="512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Maximizing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is equivalent to minimizing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num>
                      <m:den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0D6E27-2B25-BF27-BDBE-73CEC03FC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150" y="4205900"/>
                <a:ext cx="5150069" cy="512641"/>
              </a:xfrm>
              <a:prstGeom prst="rect">
                <a:avLst/>
              </a:prstGeom>
              <a:blipFill>
                <a:blip r:embed="rId7"/>
                <a:stretch>
                  <a:fillRect l="-1066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/>
              <p:nvPr/>
            </p:nvSpPr>
            <p:spPr>
              <a:xfrm>
                <a:off x="6006899" y="4954711"/>
                <a:ext cx="6096000" cy="546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</m:d>
                      </m:num>
                      <m:den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dirty="0"/>
                  <a:t> is equivalent to </a:t>
                </a:r>
                <a:r>
                  <a:rPr lang="en-US" b="1" dirty="0">
                    <a:solidFill>
                      <a:srgbClr val="C00000"/>
                    </a:solidFill>
                  </a:rPr>
                  <a:t>minimizing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num>
                      <m:den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899" y="4954711"/>
                <a:ext cx="6096000" cy="546688"/>
              </a:xfrm>
              <a:prstGeom prst="rect">
                <a:avLst/>
              </a:prstGeom>
              <a:blipFill>
                <a:blip r:embed="rId8"/>
                <a:stretch>
                  <a:fillRect l="-800" b="-4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92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/>
              <p:nvPr/>
            </p:nvSpPr>
            <p:spPr>
              <a:xfrm>
                <a:off x="6505667" y="1685994"/>
                <a:ext cx="4114563" cy="53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Minimize</a:t>
                </a:r>
                <a:r>
                  <a:rPr lang="en-US" dirty="0"/>
                  <a:t> objective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num>
                      <m:den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67" y="1685994"/>
                <a:ext cx="4114563" cy="531299"/>
              </a:xfrm>
              <a:prstGeom prst="rect">
                <a:avLst/>
              </a:prstGeom>
              <a:blipFill>
                <a:blip r:embed="rId4"/>
                <a:stretch>
                  <a:fillRect l="-118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0D78212-4CF1-FA79-D923-BCD9475F7A01}"/>
              </a:ext>
            </a:extLst>
          </p:cNvPr>
          <p:cNvSpPr txBox="1"/>
          <p:nvPr/>
        </p:nvSpPr>
        <p:spPr>
          <a:xfrm>
            <a:off x="6505667" y="2572313"/>
            <a:ext cx="2638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Subject to the constraint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E86EBE-7D9C-E3CF-A148-CA173AA5E968}"/>
                  </a:ext>
                </a:extLst>
              </p:cNvPr>
              <p:cNvSpPr txBox="1"/>
              <p:nvPr/>
            </p:nvSpPr>
            <p:spPr>
              <a:xfrm>
                <a:off x="8891513" y="2507951"/>
                <a:ext cx="2638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E86EBE-7D9C-E3CF-A148-CA173AA5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513" y="2507951"/>
                <a:ext cx="2638335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22E5147-D4F5-31E4-38D1-36FD9358EC97}"/>
              </a:ext>
            </a:extLst>
          </p:cNvPr>
          <p:cNvSpPr txBox="1"/>
          <p:nvPr/>
        </p:nvSpPr>
        <p:spPr>
          <a:xfrm>
            <a:off x="6505666" y="1065324"/>
            <a:ext cx="484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Now, we need to solve the following optimization</a:t>
            </a:r>
          </a:p>
        </p:txBody>
      </p:sp>
    </p:spTree>
    <p:extLst>
      <p:ext uri="{BB962C8B-B14F-4D97-AF65-F5344CB8AC3E}">
        <p14:creationId xmlns:p14="http://schemas.microsoft.com/office/powerpoint/2010/main" val="2941715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Finding Separating Hyperplane with maximum Margin?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7032A-1FB0-C329-333B-719FBBCE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3" y="1310551"/>
            <a:ext cx="5298172" cy="3812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/>
              <p:nvPr/>
            </p:nvSpPr>
            <p:spPr>
              <a:xfrm>
                <a:off x="6505667" y="1685994"/>
                <a:ext cx="4114563" cy="53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Objective function is to </a:t>
                </a:r>
                <a:r>
                  <a:rPr lang="en-US" b="1" dirty="0">
                    <a:solidFill>
                      <a:srgbClr val="C00000"/>
                    </a:solidFill>
                  </a:rPr>
                  <a:t>minimize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num>
                      <m:den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28AC82-75E7-40E4-8584-9CF9F3047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667" y="1685994"/>
                <a:ext cx="4114563" cy="531299"/>
              </a:xfrm>
              <a:prstGeom prst="rect">
                <a:avLst/>
              </a:prstGeom>
              <a:blipFill>
                <a:blip r:embed="rId4"/>
                <a:stretch>
                  <a:fillRect l="-118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0D78212-4CF1-FA79-D923-BCD9475F7A01}"/>
              </a:ext>
            </a:extLst>
          </p:cNvPr>
          <p:cNvSpPr txBox="1"/>
          <p:nvPr/>
        </p:nvSpPr>
        <p:spPr>
          <a:xfrm>
            <a:off x="6505667" y="2572313"/>
            <a:ext cx="1497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Subject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E86EBE-7D9C-E3CF-A148-CA173AA5E968}"/>
                  </a:ext>
                </a:extLst>
              </p:cNvPr>
              <p:cNvSpPr txBox="1"/>
              <p:nvPr/>
            </p:nvSpPr>
            <p:spPr>
              <a:xfrm>
                <a:off x="7577959" y="2479705"/>
                <a:ext cx="2638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E86EBE-7D9C-E3CF-A148-CA173AA5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959" y="2479705"/>
                <a:ext cx="2638335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D1DD77-7E8E-688B-7912-DF5EE0C7943F}"/>
                  </a:ext>
                </a:extLst>
              </p:cNvPr>
              <p:cNvSpPr txBox="1"/>
              <p:nvPr/>
            </p:nvSpPr>
            <p:spPr>
              <a:xfrm>
                <a:off x="5859636" y="4276034"/>
                <a:ext cx="5298172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D1DD77-7E8E-688B-7912-DF5EE0C79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636" y="4276034"/>
                <a:ext cx="5298172" cy="847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3D1B67-8F61-8F94-6801-EE5B0E850026}"/>
                  </a:ext>
                </a:extLst>
              </p:cNvPr>
              <p:cNvSpPr txBox="1"/>
              <p:nvPr/>
            </p:nvSpPr>
            <p:spPr>
              <a:xfrm>
                <a:off x="6329974" y="5347019"/>
                <a:ext cx="39755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are</m:t>
                    </m:r>
                  </m:oMath>
                </a14:m>
                <a:r>
                  <a:rPr lang="en-US" dirty="0"/>
                  <a:t> Lagrange multipliers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3D1B67-8F61-8F94-6801-EE5B0E850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974" y="5347019"/>
                <a:ext cx="3975538" cy="369332"/>
              </a:xfrm>
              <a:prstGeom prst="rect">
                <a:avLst/>
              </a:prstGeom>
              <a:blipFill>
                <a:blip r:embed="rId7"/>
                <a:stretch>
                  <a:fillRect l="-122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FB65-B97E-FE59-8AF4-0BFCADA6439F}"/>
                  </a:ext>
                </a:extLst>
              </p:cNvPr>
              <p:cNvSpPr txBox="1"/>
              <p:nvPr/>
            </p:nvSpPr>
            <p:spPr>
              <a:xfrm>
                <a:off x="6329974" y="3517821"/>
                <a:ext cx="482783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 find the parameters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solve the following optimization function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09FB65-B97E-FE59-8AF4-0BFCADA64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974" y="3517821"/>
                <a:ext cx="4827834" cy="646331"/>
              </a:xfrm>
              <a:prstGeom prst="rect">
                <a:avLst/>
              </a:prstGeom>
              <a:blipFill>
                <a:blip r:embed="rId8"/>
                <a:stretch>
                  <a:fillRect l="-101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144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 are the support vectors?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D1DD77-7E8E-688B-7912-DF5EE0C7943F}"/>
                  </a:ext>
                </a:extLst>
              </p:cNvPr>
              <p:cNvSpPr txBox="1"/>
              <p:nvPr/>
            </p:nvSpPr>
            <p:spPr>
              <a:xfrm>
                <a:off x="6096000" y="1330808"/>
                <a:ext cx="5298172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num>
                        <m:den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𝝎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D1DD77-7E8E-688B-7912-DF5EE0C79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30808"/>
                <a:ext cx="5298172" cy="847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DA9D961-3BCE-CFFC-9AD3-DC9C90FBF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" y="1445816"/>
            <a:ext cx="5630138" cy="3565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C3BA0F-7264-AE1C-1E4A-336E437F2BE6}"/>
              </a:ext>
            </a:extLst>
          </p:cNvPr>
          <p:cNvSpPr txBox="1"/>
          <p:nvPr/>
        </p:nvSpPr>
        <p:spPr>
          <a:xfrm>
            <a:off x="630621" y="5770179"/>
            <a:ext cx="8818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</a:p>
          <a:p>
            <a:r>
              <a:rPr lang="en-US" dirty="0"/>
              <a:t>In order to find the parameters, we need to solve this objective function.</a:t>
            </a:r>
          </a:p>
          <a:p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90135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790B-D233-A8AF-FD2F-72693B4B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dataset which is not linearly separable</a:t>
            </a:r>
            <a:endParaRPr lang="en-IN" dirty="0"/>
          </a:p>
        </p:txBody>
      </p:sp>
      <p:pic>
        <p:nvPicPr>
          <p:cNvPr id="5122" name="Picture 2" descr="A set of points plotted in the 2-D plane divided into classes (red and yellow) arranged in concentric circular regions. Yellow points start from the origin and continue till a distance as points on the circumference of concentric circles. Then after a gap, the red points start which are plotted like yellow ones. There is a circle in between them acting as a hyperplane to separate the classes.">
            <a:extLst>
              <a:ext uri="{FF2B5EF4-FFF2-40B4-BE49-F238E27FC236}">
                <a16:creationId xmlns:a16="http://schemas.microsoft.com/office/drawing/2014/main" id="{D32FEA3C-1339-04F9-ABB8-163F1D1A8B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143" y="1691716"/>
            <a:ext cx="4936785" cy="480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6009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2147-872A-FCCB-3FC9-0A58181F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FB614-1723-DA64-2B00-AC0BC15F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We take the third feature </a:t>
            </a:r>
            <a:r>
              <a:rPr lang="en-US" i="1" dirty="0"/>
              <a:t>Z = </a:t>
            </a:r>
            <a:r>
              <a:rPr lang="en-US" b="1" i="1" dirty="0"/>
              <a:t>f(</a:t>
            </a:r>
            <a:r>
              <a:rPr lang="en-US" b="1" i="1" dirty="0" err="1"/>
              <a:t>x,y</a:t>
            </a:r>
            <a:r>
              <a:rPr lang="en-US" b="1" i="1" dirty="0"/>
              <a:t>)</a:t>
            </a:r>
            <a:r>
              <a:rPr lang="en-US" dirty="0"/>
              <a:t>; f representing a function on X and Y. </a:t>
            </a:r>
          </a:p>
          <a:p>
            <a:pPr marL="0" indent="0" algn="just">
              <a:buNone/>
            </a:pPr>
            <a:r>
              <a:rPr lang="en-US" dirty="0"/>
              <a:t>Here the Radial Basis Function(RBF) (measuring Euclidean distance) from the origin is enough.</a:t>
            </a:r>
          </a:p>
          <a:p>
            <a:pPr marL="0" indent="0" algn="just">
              <a:buNone/>
            </a:pPr>
            <a:r>
              <a:rPr lang="en-US" i="1" dirty="0"/>
              <a:t>			Z = (X²+ Y²)^(1/2)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043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3D89-9831-3D0B-3DA4-D6E5F498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points, plotted in 3-D with a hyperplane dividing them</a:t>
            </a:r>
            <a:endParaRPr lang="en-IN" dirty="0"/>
          </a:p>
        </p:txBody>
      </p:sp>
      <p:pic>
        <p:nvPicPr>
          <p:cNvPr id="6146" name="Picture 2" descr="The 2D set of red and yellow points plotted in 3D, with distance from the origin as the third feature, now it is linearly classifiable as shown with a 2D plane (representing the hyperplane).">
            <a:extLst>
              <a:ext uri="{FF2B5EF4-FFF2-40B4-BE49-F238E27FC236}">
                <a16:creationId xmlns:a16="http://schemas.microsoft.com/office/drawing/2014/main" id="{03209E63-9E4C-B75C-91F3-A350145D55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972" y="1825625"/>
            <a:ext cx="773205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103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97E8-A7F6-B211-A795-B7911DC4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50111-DBD3-C7AC-876E-CF68CCAF6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We would need to calculate </a:t>
            </a:r>
            <a:r>
              <a:rPr lang="en-US" b="1" dirty="0"/>
              <a:t>n*(n-1)/2</a:t>
            </a:r>
            <a:r>
              <a:rPr lang="en-US" dirty="0"/>
              <a:t> distances. </a:t>
            </a:r>
          </a:p>
          <a:p>
            <a:pPr marL="0" indent="0" algn="just">
              <a:buNone/>
            </a:pPr>
            <a:r>
              <a:rPr lang="en-US" b="1" dirty="0"/>
              <a:t>Time Complexity</a:t>
            </a:r>
            <a:endParaRPr lang="en-US" dirty="0"/>
          </a:p>
          <a:p>
            <a:pPr algn="just"/>
            <a:r>
              <a:rPr lang="en-US" dirty="0"/>
              <a:t>The time complexity of a square root is </a:t>
            </a:r>
            <a:r>
              <a:rPr lang="en-US" b="1" i="1" dirty="0"/>
              <a:t>O(log(n))</a:t>
            </a:r>
            <a:r>
              <a:rPr lang="en-US" dirty="0"/>
              <a:t> and for power, addition is </a:t>
            </a:r>
            <a:r>
              <a:rPr lang="en-US" b="1" i="1" dirty="0"/>
              <a:t>O(1)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Thus, to do </a:t>
            </a:r>
            <a:r>
              <a:rPr lang="en-US" b="1" dirty="0"/>
              <a:t>n*(n-1)/2</a:t>
            </a:r>
            <a:r>
              <a:rPr lang="en-US" dirty="0"/>
              <a:t> total calculations we would need </a:t>
            </a:r>
            <a:r>
              <a:rPr lang="en-US" b="1" i="1" dirty="0"/>
              <a:t>O(n²log(n))</a:t>
            </a:r>
            <a:r>
              <a:rPr lang="en-US" dirty="0"/>
              <a:t> time complexity.</a:t>
            </a:r>
          </a:p>
          <a:p>
            <a:pPr algn="just"/>
            <a:r>
              <a:rPr lang="en-US" dirty="0"/>
              <a:t>But as our goal is to separate the classes and not find the distance, we can do away with the square root. </a:t>
            </a:r>
            <a:r>
              <a:rPr lang="en-US" i="1" dirty="0"/>
              <a:t>(Z = X²+ Y²)</a:t>
            </a:r>
            <a:endParaRPr lang="en-US" dirty="0"/>
          </a:p>
          <a:p>
            <a:pPr algn="just"/>
            <a:r>
              <a:rPr lang="en-US" dirty="0"/>
              <a:t>In that case, we would get a time complexity of </a:t>
            </a:r>
            <a:r>
              <a:rPr lang="en-US" b="1" i="1" dirty="0"/>
              <a:t>O(n²)</a:t>
            </a:r>
            <a:r>
              <a:rPr lang="en-US" dirty="0"/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200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0B4A-D30C-0396-2E78-B7AE1397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Kernel Trick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CAE02-CC7D-5E6A-B0F4-8346C71CA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Instead of finding </a:t>
            </a:r>
            <a:r>
              <a:rPr lang="en-US" b="1" dirty="0"/>
              <a:t>f(</a:t>
            </a:r>
            <a:r>
              <a:rPr lang="en-US" b="1" dirty="0" err="1"/>
              <a:t>x,y</a:t>
            </a:r>
            <a:r>
              <a:rPr lang="en-US" b="1" dirty="0"/>
              <a:t>)</a:t>
            </a:r>
            <a:r>
              <a:rPr lang="en-US" dirty="0"/>
              <a:t> directly, it computes the similarity of the image of these points. In other words, instead of finding </a:t>
            </a:r>
            <a:r>
              <a:rPr lang="en-US" b="1" dirty="0"/>
              <a:t>f(x1,y1)</a:t>
            </a:r>
            <a:r>
              <a:rPr lang="en-US" dirty="0"/>
              <a:t> and </a:t>
            </a:r>
            <a:r>
              <a:rPr lang="en-US" b="1" dirty="0"/>
              <a:t>f(x2,y2)</a:t>
            </a:r>
            <a:r>
              <a:rPr lang="en-US" dirty="0"/>
              <a:t> we take the points </a:t>
            </a:r>
            <a:r>
              <a:rPr lang="en-US" i="1" dirty="0"/>
              <a:t>(x1,y1)</a:t>
            </a:r>
            <a:r>
              <a:rPr lang="en-US" dirty="0"/>
              <a:t> and </a:t>
            </a:r>
            <a:r>
              <a:rPr lang="en-US" i="1" dirty="0"/>
              <a:t>(x2,y2)</a:t>
            </a:r>
            <a:r>
              <a:rPr lang="en-US" dirty="0"/>
              <a:t> and compute how similar would their outputs be using a function </a:t>
            </a:r>
            <a:r>
              <a:rPr lang="en-US" b="1" dirty="0"/>
              <a:t>f(</a:t>
            </a:r>
            <a:r>
              <a:rPr lang="en-US" b="1" dirty="0" err="1"/>
              <a:t>x,y</a:t>
            </a:r>
            <a:r>
              <a:rPr lang="en-US" b="1" dirty="0"/>
              <a:t>)</a:t>
            </a:r>
            <a:r>
              <a:rPr lang="en-US" dirty="0"/>
              <a:t>; where f can be any function on </a:t>
            </a:r>
            <a:r>
              <a:rPr lang="en-US" i="1" dirty="0" err="1"/>
              <a:t>x,y</a:t>
            </a:r>
            <a:r>
              <a:rPr lang="en-US" dirty="0"/>
              <a:t>.</a:t>
            </a:r>
          </a:p>
          <a:p>
            <a:r>
              <a:rPr lang="en-US" dirty="0"/>
              <a:t>Thus, we don’t need to find a suitable set of features here. We find similarity in such a way that it is valid for all sets of features. To calculate the similarity, we use the </a:t>
            </a:r>
            <a:r>
              <a:rPr lang="en-US" b="1" dirty="0"/>
              <a:t>Gaussian </a:t>
            </a:r>
            <a:r>
              <a:rPr lang="en-US" dirty="0"/>
              <a:t>function.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f(x) = ae^(-(x-b)²/2c²)</a:t>
            </a:r>
          </a:p>
          <a:p>
            <a:r>
              <a:rPr lang="en-US" dirty="0"/>
              <a:t>a : represents the height of the peak of the curve</a:t>
            </a:r>
            <a:endParaRPr lang="en-US" i="1" dirty="0"/>
          </a:p>
          <a:p>
            <a:r>
              <a:rPr lang="en-US" dirty="0"/>
              <a:t>b : represents the position of the center of the peak</a:t>
            </a:r>
            <a:endParaRPr lang="en-US" i="1" dirty="0"/>
          </a:p>
          <a:p>
            <a:r>
              <a:rPr lang="en-US" dirty="0"/>
              <a:t>c : is the standard deviation of the data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RBF Kernel we use:</a:t>
            </a:r>
          </a:p>
          <a:p>
            <a:r>
              <a:rPr lang="en-US" i="1" dirty="0"/>
              <a:t>K(X,X’) = e^-γ(|X-X’|²) = (1/ e^|X-X’|²) γ</a:t>
            </a:r>
          </a:p>
          <a:p>
            <a:r>
              <a:rPr lang="en-US" i="1" dirty="0"/>
              <a:t>γ </a:t>
            </a:r>
            <a:r>
              <a:rPr lang="en-US" dirty="0"/>
              <a:t>: is a hyperparameter which represents the linearlity of the model (</a:t>
            </a:r>
            <a:r>
              <a:rPr lang="en-US" i="1" dirty="0"/>
              <a:t>γ ∝ 1/c²)</a:t>
            </a:r>
          </a:p>
          <a:p>
            <a:r>
              <a:rPr lang="en-US" dirty="0"/>
              <a:t>X,X’ :represents the position vectors of the two points</a:t>
            </a:r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290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3AD2-289C-CEA7-C0CA-792F63BB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3E37-89E4-0144-1222-35EF4D1C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we need to find the similarity of each point with respect to all other points we need a total of </a:t>
            </a:r>
            <a:r>
              <a:rPr lang="en-US" b="1" dirty="0"/>
              <a:t>n*(n-1)/2</a:t>
            </a:r>
            <a:r>
              <a:rPr lang="en-US" dirty="0"/>
              <a:t> calculations.</a:t>
            </a:r>
          </a:p>
          <a:p>
            <a:r>
              <a:rPr lang="en-US" dirty="0"/>
              <a:t>Exponent has a time complexity of </a:t>
            </a:r>
            <a:r>
              <a:rPr lang="en-US" b="1" i="1" dirty="0"/>
              <a:t>O(1)</a:t>
            </a:r>
            <a:r>
              <a:rPr lang="en-US" dirty="0"/>
              <a:t> and thus we get a total time complexity of </a:t>
            </a:r>
            <a:r>
              <a:rPr lang="en-US" b="1" i="1" dirty="0"/>
              <a:t>O(n²)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210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B983-18AF-9832-1BA0-FA0C28F1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Kernel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D75E-FFCB-1EBD-CB96-AA9A26B2B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/>
              <a:t>Polynomial Kernel</a:t>
            </a:r>
          </a:p>
          <a:p>
            <a:r>
              <a:rPr lang="en-IN" i="1" dirty="0"/>
              <a:t>Gaussian Kernel</a:t>
            </a:r>
          </a:p>
          <a:p>
            <a:r>
              <a:rPr lang="en-IN" i="1" dirty="0"/>
              <a:t>Gaussian RBF Kernel</a:t>
            </a:r>
          </a:p>
          <a:p>
            <a:r>
              <a:rPr lang="en-IN" i="1" dirty="0"/>
              <a:t>Laplace RBF Kernel</a:t>
            </a:r>
          </a:p>
          <a:p>
            <a:r>
              <a:rPr lang="en-IN" i="1" dirty="0"/>
              <a:t>Hyperbolic Tangent Kernel</a:t>
            </a:r>
          </a:p>
          <a:p>
            <a:r>
              <a:rPr lang="en-IN" i="1" dirty="0"/>
              <a:t>Sigmoid Kernel</a:t>
            </a:r>
          </a:p>
          <a:p>
            <a:r>
              <a:rPr lang="en-IN" i="1" dirty="0"/>
              <a:t>Bessel function of first kind Kernel</a:t>
            </a:r>
          </a:p>
          <a:p>
            <a:r>
              <a:rPr lang="en-IN" i="1" dirty="0"/>
              <a:t>ANOVA radial basis Kernel</a:t>
            </a:r>
          </a:p>
          <a:p>
            <a:r>
              <a:rPr lang="en-IN" i="1" dirty="0"/>
              <a:t>Linear Splines Kernel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5810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2245-A7FA-CE19-4F8E-3C5A491A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 Applications of SVM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E222-33ED-B284-715B-25A1724A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Image Classification</a:t>
            </a:r>
            <a:endParaRPr lang="en-US" dirty="0"/>
          </a:p>
          <a:p>
            <a:r>
              <a:rPr lang="en-US" b="1" dirty="0"/>
              <a:t>Text Classification</a:t>
            </a:r>
          </a:p>
          <a:p>
            <a:r>
              <a:rPr lang="en-US" b="1" dirty="0"/>
              <a:t>Bioinformatics</a:t>
            </a:r>
          </a:p>
          <a:p>
            <a:r>
              <a:rPr lang="en-US" b="1" dirty="0"/>
              <a:t>Financial Forecasting</a:t>
            </a:r>
          </a:p>
          <a:p>
            <a:r>
              <a:rPr lang="en-US" b="1" dirty="0"/>
              <a:t>Handwriting Recognition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200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6EA1-4E88-267B-627E-29833AA0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 of Using SVM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6E427-B93F-D501-83A7-DD461E37B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Effective in High-Dimensional Spaces</a:t>
            </a:r>
          </a:p>
          <a:p>
            <a:r>
              <a:rPr lang="en-US" b="1" dirty="0"/>
              <a:t>Robust to Overfitting</a:t>
            </a:r>
            <a:endParaRPr lang="en-US" dirty="0"/>
          </a:p>
          <a:p>
            <a:r>
              <a:rPr lang="en-US" b="1"/>
              <a:t>Versatile </a:t>
            </a:r>
            <a:r>
              <a:rPr lang="en-US" b="1" dirty="0"/>
              <a:t>Kernel Functions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1297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09AC2-3B53-008D-9922-80CF22818DE8}"/>
              </a:ext>
            </a:extLst>
          </p:cNvPr>
          <p:cNvSpPr txBox="1"/>
          <p:nvPr/>
        </p:nvSpPr>
        <p:spPr>
          <a:xfrm>
            <a:off x="462455" y="315311"/>
            <a:ext cx="1106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E09F3-9DF4-8E27-DE2F-FE5C33CCD7A6}"/>
              </a:ext>
            </a:extLst>
          </p:cNvPr>
          <p:cNvSpPr txBox="1"/>
          <p:nvPr/>
        </p:nvSpPr>
        <p:spPr>
          <a:xfrm>
            <a:off x="714704" y="1608082"/>
            <a:ext cx="88181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separating hyperplane?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define separating hyperplane?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Support Vector Machine?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classify a new example using SVM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21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2206</Words>
  <Application>Microsoft Office PowerPoint</Application>
  <PresentationFormat>Widescreen</PresentationFormat>
  <Paragraphs>311</Paragraphs>
  <Slides>49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SVM </vt:lpstr>
      <vt:lpstr>IRIS Dataset</vt:lpstr>
      <vt:lpstr>Example: IRIS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dataset which is not linearly separable</vt:lpstr>
      <vt:lpstr>PowerPoint Presentation</vt:lpstr>
      <vt:lpstr>The points, plotted in 3-D with a hyperplane dividing them</vt:lpstr>
      <vt:lpstr>Complexity Analysis</vt:lpstr>
      <vt:lpstr>The Kernel Trick</vt:lpstr>
      <vt:lpstr>Time Complexity</vt:lpstr>
      <vt:lpstr>Types of Kernel </vt:lpstr>
      <vt:lpstr>Key Applications of SVM</vt:lpstr>
      <vt:lpstr>Advantages of Using SVM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Sanasam Ranbir Singh</dc:creator>
  <cp:lastModifiedBy>Sushma Vatekar</cp:lastModifiedBy>
  <cp:revision>6</cp:revision>
  <dcterms:created xsi:type="dcterms:W3CDTF">2022-08-08T03:14:21Z</dcterms:created>
  <dcterms:modified xsi:type="dcterms:W3CDTF">2026-02-19T04:51:42Z</dcterms:modified>
</cp:coreProperties>
</file>